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userId="95aa8b9ec8dccab6" providerId="LiveId" clId="{364B31E3-E7E5-4674-9808-843D6EFF9AF3}"/>
    <pc:docChg chg="modSld">
      <pc:chgData name="abhishek" userId="95aa8b9ec8dccab6" providerId="LiveId" clId="{364B31E3-E7E5-4674-9808-843D6EFF9AF3}" dt="2026-02-27T01:57:05.249" v="11" actId="20577"/>
      <pc:docMkLst>
        <pc:docMk/>
      </pc:docMkLst>
      <pc:sldChg chg="modSp mod">
        <pc:chgData name="abhishek" userId="95aa8b9ec8dccab6" providerId="LiveId" clId="{364B31E3-E7E5-4674-9808-843D6EFF9AF3}" dt="2026-02-27T01:56:31.789" v="1" actId="20577"/>
        <pc:sldMkLst>
          <pc:docMk/>
          <pc:sldMk cId="3337529941" sldId="264"/>
        </pc:sldMkLst>
        <pc:spChg chg="mod">
          <ac:chgData name="abhishek" userId="95aa8b9ec8dccab6" providerId="LiveId" clId="{364B31E3-E7E5-4674-9808-843D6EFF9AF3}" dt="2026-02-27T01:56:31.789" v="1" actId="20577"/>
          <ac:spMkLst>
            <pc:docMk/>
            <pc:sldMk cId="3337529941" sldId="264"/>
            <ac:spMk id="3" creationId="{F3E593C0-915F-4733-B064-C75882BD0B60}"/>
          </ac:spMkLst>
        </pc:spChg>
      </pc:sldChg>
      <pc:sldChg chg="modSp mod">
        <pc:chgData name="abhishek" userId="95aa8b9ec8dccab6" providerId="LiveId" clId="{364B31E3-E7E5-4674-9808-843D6EFF9AF3}" dt="2026-02-27T01:57:05.249" v="11" actId="20577"/>
        <pc:sldMkLst>
          <pc:docMk/>
          <pc:sldMk cId="3927628611" sldId="265"/>
        </pc:sldMkLst>
        <pc:spChg chg="mod">
          <ac:chgData name="abhishek" userId="95aa8b9ec8dccab6" providerId="LiveId" clId="{364B31E3-E7E5-4674-9808-843D6EFF9AF3}" dt="2026-02-27T01:57:05.249" v="11" actId="20577"/>
          <ac:spMkLst>
            <pc:docMk/>
            <pc:sldMk cId="3927628611" sldId="265"/>
            <ac:spMk id="3" creationId="{98C528E3-93B4-44C8-9A74-E8DC9755931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9C914-F4FF-4FB8-B7B0-7F2645CDDB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454111-09A9-44B0-9876-170E9A727B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DBC18B-7C7E-4211-AD49-F55B59DC508C}"/>
              </a:ext>
            </a:extLst>
          </p:cNvPr>
          <p:cNvSpPr>
            <a:spLocks noGrp="1"/>
          </p:cNvSpPr>
          <p:nvPr>
            <p:ph type="dt" sz="half" idx="10"/>
          </p:nvPr>
        </p:nvSpPr>
        <p:spPr/>
        <p:txBody>
          <a:bodyPr/>
          <a:lstStyle/>
          <a:p>
            <a:fld id="{22F15295-7EDB-4EF3-92CC-FE5EAD352D5B}" type="datetimeFigureOut">
              <a:rPr lang="en-US" smtClean="0"/>
              <a:t>2/28/2026</a:t>
            </a:fld>
            <a:endParaRPr lang="en-US"/>
          </a:p>
        </p:txBody>
      </p:sp>
      <p:sp>
        <p:nvSpPr>
          <p:cNvPr id="5" name="Footer Placeholder 4">
            <a:extLst>
              <a:ext uri="{FF2B5EF4-FFF2-40B4-BE49-F238E27FC236}">
                <a16:creationId xmlns:a16="http://schemas.microsoft.com/office/drawing/2014/main" id="{7861C29D-4681-408A-8799-00E9DCDBD4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0973AF-04B6-4E5A-8FBA-9F998BB645E9}"/>
              </a:ext>
            </a:extLst>
          </p:cNvPr>
          <p:cNvSpPr>
            <a:spLocks noGrp="1"/>
          </p:cNvSpPr>
          <p:nvPr>
            <p:ph type="sldNum" sz="quarter" idx="12"/>
          </p:nvPr>
        </p:nvSpPr>
        <p:spPr/>
        <p:txBody>
          <a:bodyPr/>
          <a:lstStyle/>
          <a:p>
            <a:fld id="{83311368-C983-49E9-8575-AE8F84E16382}" type="slidenum">
              <a:rPr lang="en-US" smtClean="0"/>
              <a:t>‹#›</a:t>
            </a:fld>
            <a:endParaRPr lang="en-US"/>
          </a:p>
        </p:txBody>
      </p:sp>
    </p:spTree>
    <p:extLst>
      <p:ext uri="{BB962C8B-B14F-4D97-AF65-F5344CB8AC3E}">
        <p14:creationId xmlns:p14="http://schemas.microsoft.com/office/powerpoint/2010/main" val="3734752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CAE29-7CBA-436F-B222-E13F20CC55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C07629-EEDE-43AA-8EB4-382F2BB4FB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7076B0-084F-43F3-9272-0C7B07A5472A}"/>
              </a:ext>
            </a:extLst>
          </p:cNvPr>
          <p:cNvSpPr>
            <a:spLocks noGrp="1"/>
          </p:cNvSpPr>
          <p:nvPr>
            <p:ph type="dt" sz="half" idx="10"/>
          </p:nvPr>
        </p:nvSpPr>
        <p:spPr/>
        <p:txBody>
          <a:bodyPr/>
          <a:lstStyle/>
          <a:p>
            <a:fld id="{22F15295-7EDB-4EF3-92CC-FE5EAD352D5B}" type="datetimeFigureOut">
              <a:rPr lang="en-US" smtClean="0"/>
              <a:t>2/28/2026</a:t>
            </a:fld>
            <a:endParaRPr lang="en-US"/>
          </a:p>
        </p:txBody>
      </p:sp>
      <p:sp>
        <p:nvSpPr>
          <p:cNvPr id="5" name="Footer Placeholder 4">
            <a:extLst>
              <a:ext uri="{FF2B5EF4-FFF2-40B4-BE49-F238E27FC236}">
                <a16:creationId xmlns:a16="http://schemas.microsoft.com/office/drawing/2014/main" id="{3097A493-E18F-4A22-AD6A-D99839F01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D25862-94B5-44C7-BF6E-0B7D9FBA3AEA}"/>
              </a:ext>
            </a:extLst>
          </p:cNvPr>
          <p:cNvSpPr>
            <a:spLocks noGrp="1"/>
          </p:cNvSpPr>
          <p:nvPr>
            <p:ph type="sldNum" sz="quarter" idx="12"/>
          </p:nvPr>
        </p:nvSpPr>
        <p:spPr/>
        <p:txBody>
          <a:bodyPr/>
          <a:lstStyle/>
          <a:p>
            <a:fld id="{83311368-C983-49E9-8575-AE8F84E16382}" type="slidenum">
              <a:rPr lang="en-US" smtClean="0"/>
              <a:t>‹#›</a:t>
            </a:fld>
            <a:endParaRPr lang="en-US"/>
          </a:p>
        </p:txBody>
      </p:sp>
    </p:spTree>
    <p:extLst>
      <p:ext uri="{BB962C8B-B14F-4D97-AF65-F5344CB8AC3E}">
        <p14:creationId xmlns:p14="http://schemas.microsoft.com/office/powerpoint/2010/main" val="593697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4FE42-F73D-485B-B1FE-64803A6312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665B10-34A1-47BC-8F86-957CAD65AC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5B5765-0A4C-424D-9B57-CD232AA87F76}"/>
              </a:ext>
            </a:extLst>
          </p:cNvPr>
          <p:cNvSpPr>
            <a:spLocks noGrp="1"/>
          </p:cNvSpPr>
          <p:nvPr>
            <p:ph type="dt" sz="half" idx="10"/>
          </p:nvPr>
        </p:nvSpPr>
        <p:spPr/>
        <p:txBody>
          <a:bodyPr/>
          <a:lstStyle/>
          <a:p>
            <a:fld id="{22F15295-7EDB-4EF3-92CC-FE5EAD352D5B}" type="datetimeFigureOut">
              <a:rPr lang="en-US" smtClean="0"/>
              <a:t>2/28/2026</a:t>
            </a:fld>
            <a:endParaRPr lang="en-US"/>
          </a:p>
        </p:txBody>
      </p:sp>
      <p:sp>
        <p:nvSpPr>
          <p:cNvPr id="5" name="Footer Placeholder 4">
            <a:extLst>
              <a:ext uri="{FF2B5EF4-FFF2-40B4-BE49-F238E27FC236}">
                <a16:creationId xmlns:a16="http://schemas.microsoft.com/office/drawing/2014/main" id="{23480A57-6DBC-4A15-BB30-15096169A3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27D77E-2141-4BAB-9666-13596761D99C}"/>
              </a:ext>
            </a:extLst>
          </p:cNvPr>
          <p:cNvSpPr>
            <a:spLocks noGrp="1"/>
          </p:cNvSpPr>
          <p:nvPr>
            <p:ph type="sldNum" sz="quarter" idx="12"/>
          </p:nvPr>
        </p:nvSpPr>
        <p:spPr/>
        <p:txBody>
          <a:bodyPr/>
          <a:lstStyle/>
          <a:p>
            <a:fld id="{83311368-C983-49E9-8575-AE8F84E16382}" type="slidenum">
              <a:rPr lang="en-US" smtClean="0"/>
              <a:t>‹#›</a:t>
            </a:fld>
            <a:endParaRPr lang="en-US"/>
          </a:p>
        </p:txBody>
      </p:sp>
    </p:spTree>
    <p:extLst>
      <p:ext uri="{BB962C8B-B14F-4D97-AF65-F5344CB8AC3E}">
        <p14:creationId xmlns:p14="http://schemas.microsoft.com/office/powerpoint/2010/main" val="3994074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A43AD-0B05-4F5A-BA40-BF87BE8B1D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02E287-80F8-46D0-825E-8EBD6DC23F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53EF3C-FB44-4FD2-B6A7-0A27D9C696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D83416-B9E1-4682-BD23-9159209636CE}"/>
              </a:ext>
            </a:extLst>
          </p:cNvPr>
          <p:cNvSpPr>
            <a:spLocks noGrp="1"/>
          </p:cNvSpPr>
          <p:nvPr>
            <p:ph type="dt" sz="half" idx="10"/>
          </p:nvPr>
        </p:nvSpPr>
        <p:spPr/>
        <p:txBody>
          <a:bodyPr/>
          <a:lstStyle/>
          <a:p>
            <a:fld id="{22F15295-7EDB-4EF3-92CC-FE5EAD352D5B}" type="datetimeFigureOut">
              <a:rPr lang="en-US" smtClean="0"/>
              <a:t>2/28/2026</a:t>
            </a:fld>
            <a:endParaRPr lang="en-US"/>
          </a:p>
        </p:txBody>
      </p:sp>
      <p:sp>
        <p:nvSpPr>
          <p:cNvPr id="6" name="Footer Placeholder 5">
            <a:extLst>
              <a:ext uri="{FF2B5EF4-FFF2-40B4-BE49-F238E27FC236}">
                <a16:creationId xmlns:a16="http://schemas.microsoft.com/office/drawing/2014/main" id="{6C805B0A-8E0F-4898-A5E3-1B61FC3D7B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42F517-3616-499C-9486-296F85E9F5EB}"/>
              </a:ext>
            </a:extLst>
          </p:cNvPr>
          <p:cNvSpPr>
            <a:spLocks noGrp="1"/>
          </p:cNvSpPr>
          <p:nvPr>
            <p:ph type="sldNum" sz="quarter" idx="12"/>
          </p:nvPr>
        </p:nvSpPr>
        <p:spPr/>
        <p:txBody>
          <a:bodyPr/>
          <a:lstStyle/>
          <a:p>
            <a:fld id="{83311368-C983-49E9-8575-AE8F84E16382}" type="slidenum">
              <a:rPr lang="en-US" smtClean="0"/>
              <a:t>‹#›</a:t>
            </a:fld>
            <a:endParaRPr lang="en-US"/>
          </a:p>
        </p:txBody>
      </p:sp>
    </p:spTree>
    <p:extLst>
      <p:ext uri="{BB962C8B-B14F-4D97-AF65-F5344CB8AC3E}">
        <p14:creationId xmlns:p14="http://schemas.microsoft.com/office/powerpoint/2010/main" val="779848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0DD4-47B3-4D0F-930A-AE9AFBACBFF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048620-51A8-44BE-A228-900690DF67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0EE1EF-0607-4D8A-90F9-C68FC295A6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DAD15D-1D4E-4CC4-A6DF-859C405FC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094D3A-5842-4549-814F-C3132498FE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3F0BB5-5037-4EC7-8A83-430E39702D99}"/>
              </a:ext>
            </a:extLst>
          </p:cNvPr>
          <p:cNvSpPr>
            <a:spLocks noGrp="1"/>
          </p:cNvSpPr>
          <p:nvPr>
            <p:ph type="dt" sz="half" idx="10"/>
          </p:nvPr>
        </p:nvSpPr>
        <p:spPr/>
        <p:txBody>
          <a:bodyPr/>
          <a:lstStyle/>
          <a:p>
            <a:fld id="{22F15295-7EDB-4EF3-92CC-FE5EAD352D5B}" type="datetimeFigureOut">
              <a:rPr lang="en-US" smtClean="0"/>
              <a:t>2/28/2026</a:t>
            </a:fld>
            <a:endParaRPr lang="en-US"/>
          </a:p>
        </p:txBody>
      </p:sp>
      <p:sp>
        <p:nvSpPr>
          <p:cNvPr id="8" name="Footer Placeholder 7">
            <a:extLst>
              <a:ext uri="{FF2B5EF4-FFF2-40B4-BE49-F238E27FC236}">
                <a16:creationId xmlns:a16="http://schemas.microsoft.com/office/drawing/2014/main" id="{73D65474-02AD-44E2-8824-B55826189D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29D7B55-816A-4598-BF89-7F11A6E13192}"/>
              </a:ext>
            </a:extLst>
          </p:cNvPr>
          <p:cNvSpPr>
            <a:spLocks noGrp="1"/>
          </p:cNvSpPr>
          <p:nvPr>
            <p:ph type="sldNum" sz="quarter" idx="12"/>
          </p:nvPr>
        </p:nvSpPr>
        <p:spPr/>
        <p:txBody>
          <a:bodyPr/>
          <a:lstStyle/>
          <a:p>
            <a:fld id="{83311368-C983-49E9-8575-AE8F84E16382}" type="slidenum">
              <a:rPr lang="en-US" smtClean="0"/>
              <a:t>‹#›</a:t>
            </a:fld>
            <a:endParaRPr lang="en-US"/>
          </a:p>
        </p:txBody>
      </p:sp>
    </p:spTree>
    <p:extLst>
      <p:ext uri="{BB962C8B-B14F-4D97-AF65-F5344CB8AC3E}">
        <p14:creationId xmlns:p14="http://schemas.microsoft.com/office/powerpoint/2010/main" val="3163836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25220-3EEE-4541-A252-D54048D674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6D5713-4D53-4C4D-8D64-DB75401E6531}"/>
              </a:ext>
            </a:extLst>
          </p:cNvPr>
          <p:cNvSpPr>
            <a:spLocks noGrp="1"/>
          </p:cNvSpPr>
          <p:nvPr>
            <p:ph type="dt" sz="half" idx="10"/>
          </p:nvPr>
        </p:nvSpPr>
        <p:spPr/>
        <p:txBody>
          <a:bodyPr/>
          <a:lstStyle/>
          <a:p>
            <a:fld id="{22F15295-7EDB-4EF3-92CC-FE5EAD352D5B}" type="datetimeFigureOut">
              <a:rPr lang="en-US" smtClean="0"/>
              <a:t>2/28/2026</a:t>
            </a:fld>
            <a:endParaRPr lang="en-US"/>
          </a:p>
        </p:txBody>
      </p:sp>
      <p:sp>
        <p:nvSpPr>
          <p:cNvPr id="4" name="Footer Placeholder 3">
            <a:extLst>
              <a:ext uri="{FF2B5EF4-FFF2-40B4-BE49-F238E27FC236}">
                <a16:creationId xmlns:a16="http://schemas.microsoft.com/office/drawing/2014/main" id="{44F25088-3F4D-45AF-AE06-FB323F75B0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AA3597-BC9A-4E87-980D-81CE509D4CDA}"/>
              </a:ext>
            </a:extLst>
          </p:cNvPr>
          <p:cNvSpPr>
            <a:spLocks noGrp="1"/>
          </p:cNvSpPr>
          <p:nvPr>
            <p:ph type="sldNum" sz="quarter" idx="12"/>
          </p:nvPr>
        </p:nvSpPr>
        <p:spPr/>
        <p:txBody>
          <a:bodyPr/>
          <a:lstStyle/>
          <a:p>
            <a:fld id="{83311368-C983-49E9-8575-AE8F84E16382}" type="slidenum">
              <a:rPr lang="en-US" smtClean="0"/>
              <a:t>‹#›</a:t>
            </a:fld>
            <a:endParaRPr lang="en-US"/>
          </a:p>
        </p:txBody>
      </p:sp>
    </p:spTree>
    <p:extLst>
      <p:ext uri="{BB962C8B-B14F-4D97-AF65-F5344CB8AC3E}">
        <p14:creationId xmlns:p14="http://schemas.microsoft.com/office/powerpoint/2010/main" val="4182301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0FDA9D-8282-4BC0-8F63-8F926606DC7A}"/>
              </a:ext>
            </a:extLst>
          </p:cNvPr>
          <p:cNvSpPr>
            <a:spLocks noGrp="1"/>
          </p:cNvSpPr>
          <p:nvPr>
            <p:ph type="dt" sz="half" idx="10"/>
          </p:nvPr>
        </p:nvSpPr>
        <p:spPr/>
        <p:txBody>
          <a:bodyPr/>
          <a:lstStyle/>
          <a:p>
            <a:fld id="{22F15295-7EDB-4EF3-92CC-FE5EAD352D5B}" type="datetimeFigureOut">
              <a:rPr lang="en-US" smtClean="0"/>
              <a:t>2/28/2026</a:t>
            </a:fld>
            <a:endParaRPr lang="en-US"/>
          </a:p>
        </p:txBody>
      </p:sp>
      <p:sp>
        <p:nvSpPr>
          <p:cNvPr id="3" name="Footer Placeholder 2">
            <a:extLst>
              <a:ext uri="{FF2B5EF4-FFF2-40B4-BE49-F238E27FC236}">
                <a16:creationId xmlns:a16="http://schemas.microsoft.com/office/drawing/2014/main" id="{EAA2842E-F2A0-4952-97E3-F3894D033C7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1C250F-087E-4BF2-BEBC-2DC3F18395AB}"/>
              </a:ext>
            </a:extLst>
          </p:cNvPr>
          <p:cNvSpPr>
            <a:spLocks noGrp="1"/>
          </p:cNvSpPr>
          <p:nvPr>
            <p:ph type="sldNum" sz="quarter" idx="12"/>
          </p:nvPr>
        </p:nvSpPr>
        <p:spPr/>
        <p:txBody>
          <a:bodyPr/>
          <a:lstStyle/>
          <a:p>
            <a:fld id="{83311368-C983-49E9-8575-AE8F84E16382}" type="slidenum">
              <a:rPr lang="en-US" smtClean="0"/>
              <a:t>‹#›</a:t>
            </a:fld>
            <a:endParaRPr lang="en-US"/>
          </a:p>
        </p:txBody>
      </p:sp>
    </p:spTree>
    <p:extLst>
      <p:ext uri="{BB962C8B-B14F-4D97-AF65-F5344CB8AC3E}">
        <p14:creationId xmlns:p14="http://schemas.microsoft.com/office/powerpoint/2010/main" val="2300538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88468-06FD-49BC-AE71-2756A1C311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50D97B-B32B-4043-B0E7-212CBA5A12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1F7E42-26C3-4EFB-8F5D-F068CDE024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0F2065-2C2C-405C-8038-1888F14440C1}"/>
              </a:ext>
            </a:extLst>
          </p:cNvPr>
          <p:cNvSpPr>
            <a:spLocks noGrp="1"/>
          </p:cNvSpPr>
          <p:nvPr>
            <p:ph type="dt" sz="half" idx="10"/>
          </p:nvPr>
        </p:nvSpPr>
        <p:spPr/>
        <p:txBody>
          <a:bodyPr/>
          <a:lstStyle/>
          <a:p>
            <a:fld id="{22F15295-7EDB-4EF3-92CC-FE5EAD352D5B}" type="datetimeFigureOut">
              <a:rPr lang="en-US" smtClean="0"/>
              <a:t>2/28/2026</a:t>
            </a:fld>
            <a:endParaRPr lang="en-US"/>
          </a:p>
        </p:txBody>
      </p:sp>
      <p:sp>
        <p:nvSpPr>
          <p:cNvPr id="6" name="Footer Placeholder 5">
            <a:extLst>
              <a:ext uri="{FF2B5EF4-FFF2-40B4-BE49-F238E27FC236}">
                <a16:creationId xmlns:a16="http://schemas.microsoft.com/office/drawing/2014/main" id="{E8401394-05C6-49F5-BA71-9C92FD4B1F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56B089-2F28-4A10-A1F2-1456F18F0616}"/>
              </a:ext>
            </a:extLst>
          </p:cNvPr>
          <p:cNvSpPr>
            <a:spLocks noGrp="1"/>
          </p:cNvSpPr>
          <p:nvPr>
            <p:ph type="sldNum" sz="quarter" idx="12"/>
          </p:nvPr>
        </p:nvSpPr>
        <p:spPr/>
        <p:txBody>
          <a:bodyPr/>
          <a:lstStyle/>
          <a:p>
            <a:fld id="{83311368-C983-49E9-8575-AE8F84E16382}" type="slidenum">
              <a:rPr lang="en-US" smtClean="0"/>
              <a:t>‹#›</a:t>
            </a:fld>
            <a:endParaRPr lang="en-US"/>
          </a:p>
        </p:txBody>
      </p:sp>
    </p:spTree>
    <p:extLst>
      <p:ext uri="{BB962C8B-B14F-4D97-AF65-F5344CB8AC3E}">
        <p14:creationId xmlns:p14="http://schemas.microsoft.com/office/powerpoint/2010/main" val="1467452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45338-402E-4F6E-B519-6CAB432BED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2D4249-A8F7-4B1C-8DDB-29C448D566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CEAF9C-5304-42C1-B408-83AAFD5E27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D81707-C19B-45A3-ACC1-20538FB4D7A4}"/>
              </a:ext>
            </a:extLst>
          </p:cNvPr>
          <p:cNvSpPr>
            <a:spLocks noGrp="1"/>
          </p:cNvSpPr>
          <p:nvPr>
            <p:ph type="dt" sz="half" idx="10"/>
          </p:nvPr>
        </p:nvSpPr>
        <p:spPr/>
        <p:txBody>
          <a:bodyPr/>
          <a:lstStyle/>
          <a:p>
            <a:fld id="{22F15295-7EDB-4EF3-92CC-FE5EAD352D5B}" type="datetimeFigureOut">
              <a:rPr lang="en-US" smtClean="0"/>
              <a:t>2/28/2026</a:t>
            </a:fld>
            <a:endParaRPr lang="en-US"/>
          </a:p>
        </p:txBody>
      </p:sp>
      <p:sp>
        <p:nvSpPr>
          <p:cNvPr id="6" name="Footer Placeholder 5">
            <a:extLst>
              <a:ext uri="{FF2B5EF4-FFF2-40B4-BE49-F238E27FC236}">
                <a16:creationId xmlns:a16="http://schemas.microsoft.com/office/drawing/2014/main" id="{AF639C73-610F-4F59-BD23-40564D9B71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CA817C-E075-420F-9702-232080D25DD9}"/>
              </a:ext>
            </a:extLst>
          </p:cNvPr>
          <p:cNvSpPr>
            <a:spLocks noGrp="1"/>
          </p:cNvSpPr>
          <p:nvPr>
            <p:ph type="sldNum" sz="quarter" idx="12"/>
          </p:nvPr>
        </p:nvSpPr>
        <p:spPr/>
        <p:txBody>
          <a:bodyPr/>
          <a:lstStyle/>
          <a:p>
            <a:fld id="{83311368-C983-49E9-8575-AE8F84E16382}" type="slidenum">
              <a:rPr lang="en-US" smtClean="0"/>
              <a:t>‹#›</a:t>
            </a:fld>
            <a:endParaRPr lang="en-US"/>
          </a:p>
        </p:txBody>
      </p:sp>
    </p:spTree>
    <p:extLst>
      <p:ext uri="{BB962C8B-B14F-4D97-AF65-F5344CB8AC3E}">
        <p14:creationId xmlns:p14="http://schemas.microsoft.com/office/powerpoint/2010/main" val="3959279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2A43-8532-4B41-B6FF-35C8527165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B57E63-9736-41C0-836B-7A810F838E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97DD9C-255E-4B42-BF02-227FEC3A8711}"/>
              </a:ext>
            </a:extLst>
          </p:cNvPr>
          <p:cNvSpPr>
            <a:spLocks noGrp="1"/>
          </p:cNvSpPr>
          <p:nvPr>
            <p:ph type="dt" sz="half" idx="10"/>
          </p:nvPr>
        </p:nvSpPr>
        <p:spPr/>
        <p:txBody>
          <a:bodyPr/>
          <a:lstStyle/>
          <a:p>
            <a:fld id="{22F15295-7EDB-4EF3-92CC-FE5EAD352D5B}" type="datetimeFigureOut">
              <a:rPr lang="en-US" smtClean="0"/>
              <a:t>2/28/2026</a:t>
            </a:fld>
            <a:endParaRPr lang="en-US"/>
          </a:p>
        </p:txBody>
      </p:sp>
      <p:sp>
        <p:nvSpPr>
          <p:cNvPr id="5" name="Footer Placeholder 4">
            <a:extLst>
              <a:ext uri="{FF2B5EF4-FFF2-40B4-BE49-F238E27FC236}">
                <a16:creationId xmlns:a16="http://schemas.microsoft.com/office/drawing/2014/main" id="{0ADCCF72-C6E5-413B-A2E8-5188CF76D8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16A3F-006A-4709-BBC3-73FA5007C663}"/>
              </a:ext>
            </a:extLst>
          </p:cNvPr>
          <p:cNvSpPr>
            <a:spLocks noGrp="1"/>
          </p:cNvSpPr>
          <p:nvPr>
            <p:ph type="sldNum" sz="quarter" idx="12"/>
          </p:nvPr>
        </p:nvSpPr>
        <p:spPr/>
        <p:txBody>
          <a:bodyPr/>
          <a:lstStyle/>
          <a:p>
            <a:fld id="{83311368-C983-49E9-8575-AE8F84E16382}" type="slidenum">
              <a:rPr lang="en-US" smtClean="0"/>
              <a:t>‹#›</a:t>
            </a:fld>
            <a:endParaRPr lang="en-US"/>
          </a:p>
        </p:txBody>
      </p:sp>
    </p:spTree>
    <p:extLst>
      <p:ext uri="{BB962C8B-B14F-4D97-AF65-F5344CB8AC3E}">
        <p14:creationId xmlns:p14="http://schemas.microsoft.com/office/powerpoint/2010/main" val="3764716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136532-CA25-49F8-ACA4-8BFDEC6076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FA6FB10-C477-487E-BAA8-D20C24BD62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8E3DC3-15DC-4E5F-A76F-2BB17933244D}"/>
              </a:ext>
            </a:extLst>
          </p:cNvPr>
          <p:cNvSpPr>
            <a:spLocks noGrp="1"/>
          </p:cNvSpPr>
          <p:nvPr>
            <p:ph type="dt" sz="half" idx="10"/>
          </p:nvPr>
        </p:nvSpPr>
        <p:spPr/>
        <p:txBody>
          <a:bodyPr/>
          <a:lstStyle/>
          <a:p>
            <a:fld id="{22F15295-7EDB-4EF3-92CC-FE5EAD352D5B}" type="datetimeFigureOut">
              <a:rPr lang="en-US" smtClean="0"/>
              <a:t>2/28/2026</a:t>
            </a:fld>
            <a:endParaRPr lang="en-US"/>
          </a:p>
        </p:txBody>
      </p:sp>
      <p:sp>
        <p:nvSpPr>
          <p:cNvPr id="5" name="Footer Placeholder 4">
            <a:extLst>
              <a:ext uri="{FF2B5EF4-FFF2-40B4-BE49-F238E27FC236}">
                <a16:creationId xmlns:a16="http://schemas.microsoft.com/office/drawing/2014/main" id="{BB206A3E-671B-47C6-AAC0-A8993F0628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D901C0-D6A9-49A7-9610-1A3D872B1A70}"/>
              </a:ext>
            </a:extLst>
          </p:cNvPr>
          <p:cNvSpPr>
            <a:spLocks noGrp="1"/>
          </p:cNvSpPr>
          <p:nvPr>
            <p:ph type="sldNum" sz="quarter" idx="12"/>
          </p:nvPr>
        </p:nvSpPr>
        <p:spPr/>
        <p:txBody>
          <a:bodyPr/>
          <a:lstStyle/>
          <a:p>
            <a:fld id="{83311368-C983-49E9-8575-AE8F84E16382}" type="slidenum">
              <a:rPr lang="en-US" smtClean="0"/>
              <a:t>‹#›</a:t>
            </a:fld>
            <a:endParaRPr lang="en-US"/>
          </a:p>
        </p:txBody>
      </p:sp>
    </p:spTree>
    <p:extLst>
      <p:ext uri="{BB962C8B-B14F-4D97-AF65-F5344CB8AC3E}">
        <p14:creationId xmlns:p14="http://schemas.microsoft.com/office/powerpoint/2010/main" val="3094765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E3275A-A0AB-4824-955B-C6D11C521D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94B040-093B-4B34-9D40-9CEF67D2C8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E23449-E94F-4266-90CA-76B9C93830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F15295-7EDB-4EF3-92CC-FE5EAD352D5B}" type="datetimeFigureOut">
              <a:rPr lang="en-US" smtClean="0"/>
              <a:t>2/28/2026</a:t>
            </a:fld>
            <a:endParaRPr lang="en-US"/>
          </a:p>
        </p:txBody>
      </p:sp>
      <p:sp>
        <p:nvSpPr>
          <p:cNvPr id="5" name="Footer Placeholder 4">
            <a:extLst>
              <a:ext uri="{FF2B5EF4-FFF2-40B4-BE49-F238E27FC236}">
                <a16:creationId xmlns:a16="http://schemas.microsoft.com/office/drawing/2014/main" id="{656E0645-F36C-44BD-AC60-FECC0C62AB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2EC467F-1FCC-4871-891B-E128D3758B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311368-C983-49E9-8575-AE8F84E16382}" type="slidenum">
              <a:rPr lang="en-US" smtClean="0"/>
              <a:t>‹#›</a:t>
            </a:fld>
            <a:endParaRPr lang="en-US"/>
          </a:p>
        </p:txBody>
      </p:sp>
    </p:spTree>
    <p:extLst>
      <p:ext uri="{BB962C8B-B14F-4D97-AF65-F5344CB8AC3E}">
        <p14:creationId xmlns:p14="http://schemas.microsoft.com/office/powerpoint/2010/main" val="16612296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33B3B-96AE-4882-8694-055E2DAE092F}"/>
              </a:ext>
            </a:extLst>
          </p:cNvPr>
          <p:cNvSpPr>
            <a:spLocks noGrp="1"/>
          </p:cNvSpPr>
          <p:nvPr>
            <p:ph type="ctrTitle"/>
          </p:nvPr>
        </p:nvSpPr>
        <p:spPr/>
        <p:txBody>
          <a:bodyPr>
            <a:normAutofit fontScale="90000"/>
          </a:bodyPr>
          <a:lstStyle/>
          <a:p>
            <a:r>
              <a:rPr lang="en-US" b="1" dirty="0"/>
              <a:t>📘 DBMS PROJECT REPORT</a:t>
            </a:r>
            <a:br>
              <a:rPr lang="en-US" b="1" dirty="0"/>
            </a:br>
            <a:r>
              <a:rPr lang="en-US" b="1" dirty="0"/>
              <a:t>ON</a:t>
            </a:r>
            <a:br>
              <a:rPr lang="en-US" b="1" dirty="0"/>
            </a:br>
            <a:endParaRPr lang="en-US" dirty="0"/>
          </a:p>
        </p:txBody>
      </p:sp>
      <p:sp>
        <p:nvSpPr>
          <p:cNvPr id="3" name="Subtitle 2">
            <a:extLst>
              <a:ext uri="{FF2B5EF4-FFF2-40B4-BE49-F238E27FC236}">
                <a16:creationId xmlns:a16="http://schemas.microsoft.com/office/drawing/2014/main" id="{B59D7463-4876-4997-8639-26218BC237E2}"/>
              </a:ext>
            </a:extLst>
          </p:cNvPr>
          <p:cNvSpPr>
            <a:spLocks noGrp="1"/>
          </p:cNvSpPr>
          <p:nvPr>
            <p:ph type="subTitle" idx="1"/>
          </p:nvPr>
        </p:nvSpPr>
        <p:spPr>
          <a:xfrm>
            <a:off x="1524000" y="3602037"/>
            <a:ext cx="9144000" cy="2933233"/>
          </a:xfrm>
        </p:spPr>
        <p:txBody>
          <a:bodyPr>
            <a:normAutofit/>
          </a:bodyPr>
          <a:lstStyle/>
          <a:p>
            <a:r>
              <a:rPr lang="en-US" sz="4400" b="1" dirty="0"/>
              <a:t>"LIBRARY MANAGEMENT SYSTEM"</a:t>
            </a:r>
            <a:br>
              <a:rPr lang="en-US" sz="4400" b="1" dirty="0"/>
            </a:br>
            <a:endParaRPr lang="en-US" sz="4400" dirty="0"/>
          </a:p>
        </p:txBody>
      </p:sp>
    </p:spTree>
    <p:extLst>
      <p:ext uri="{BB962C8B-B14F-4D97-AF65-F5344CB8AC3E}">
        <p14:creationId xmlns:p14="http://schemas.microsoft.com/office/powerpoint/2010/main" val="3216341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4A7F7-465E-4406-9D40-DCF90EAEA9CD}"/>
              </a:ext>
            </a:extLst>
          </p:cNvPr>
          <p:cNvSpPr>
            <a:spLocks noGrp="1"/>
          </p:cNvSpPr>
          <p:nvPr>
            <p:ph type="title"/>
          </p:nvPr>
        </p:nvSpPr>
        <p:spPr/>
        <p:txBody>
          <a:bodyPr>
            <a:noAutofit/>
          </a:bodyPr>
          <a:lstStyle/>
          <a:p>
            <a:r>
              <a:rPr lang="en-US" sz="2400" b="1" dirty="0"/>
              <a:t>Submitted To:</a:t>
            </a:r>
            <a:br>
              <a:rPr lang="en-US" sz="2400" b="1" dirty="0"/>
            </a:br>
            <a:r>
              <a:rPr lang="en-US" sz="2400" dirty="0"/>
              <a:t>Department of Electronics and Computer Engineering</a:t>
            </a:r>
            <a:br>
              <a:rPr lang="en-US" sz="2400" dirty="0"/>
            </a:br>
            <a:r>
              <a:rPr lang="en-US" sz="2400" dirty="0"/>
              <a:t>[Advanced college of Engineering and Management]</a:t>
            </a:r>
            <a:br>
              <a:rPr lang="en-US" sz="2400" dirty="0"/>
            </a:br>
            <a:endParaRPr lang="en-US" sz="2400" dirty="0"/>
          </a:p>
        </p:txBody>
      </p:sp>
      <p:sp>
        <p:nvSpPr>
          <p:cNvPr id="3" name="Content Placeholder 2">
            <a:extLst>
              <a:ext uri="{FF2B5EF4-FFF2-40B4-BE49-F238E27FC236}">
                <a16:creationId xmlns:a16="http://schemas.microsoft.com/office/drawing/2014/main" id="{D32033D4-028C-4048-9E19-C203E6B5D8C4}"/>
              </a:ext>
            </a:extLst>
          </p:cNvPr>
          <p:cNvSpPr>
            <a:spLocks noGrp="1"/>
          </p:cNvSpPr>
          <p:nvPr>
            <p:ph idx="1"/>
          </p:nvPr>
        </p:nvSpPr>
        <p:spPr/>
        <p:txBody>
          <a:bodyPr>
            <a:normAutofit fontScale="77500" lnSpcReduction="20000"/>
          </a:bodyPr>
          <a:lstStyle/>
          <a:p>
            <a:r>
              <a:rPr lang="en-US" b="1" dirty="0"/>
              <a:t>Submitted By</a:t>
            </a:r>
          </a:p>
          <a:p>
            <a:r>
              <a:rPr lang="en-US" dirty="0"/>
              <a:t>Name: Abhishek Yadav</a:t>
            </a:r>
            <a:br>
              <a:rPr lang="en-US" dirty="0"/>
            </a:br>
            <a:r>
              <a:rPr lang="en-US" dirty="0"/>
              <a:t>Roll No: ACEM080BCT008</a:t>
            </a:r>
            <a:br>
              <a:rPr lang="en-US" dirty="0"/>
            </a:br>
            <a:r>
              <a:rPr lang="en-US" dirty="0"/>
              <a:t>Semester: 5</a:t>
            </a:r>
            <a:r>
              <a:rPr lang="en-US" baseline="30000" dirty="0"/>
              <a:t>th</a:t>
            </a:r>
            <a:r>
              <a:rPr lang="en-US" dirty="0"/>
              <a:t> semester</a:t>
            </a:r>
            <a:br>
              <a:rPr lang="en-US" dirty="0"/>
            </a:br>
            <a:r>
              <a:rPr lang="en-US" dirty="0"/>
              <a:t>Program: BCT</a:t>
            </a:r>
          </a:p>
          <a:p>
            <a:pPr marL="0" indent="0">
              <a:buNone/>
            </a:pPr>
            <a:endParaRPr lang="en-US" dirty="0"/>
          </a:p>
          <a:p>
            <a:r>
              <a:rPr lang="en-US" b="1" dirty="0"/>
              <a:t>Subject:</a:t>
            </a:r>
          </a:p>
          <a:p>
            <a:r>
              <a:rPr lang="en-US" dirty="0"/>
              <a:t>Database Management System (DBMS)</a:t>
            </a:r>
          </a:p>
          <a:p>
            <a:r>
              <a:rPr lang="en-US" dirty="0"/>
              <a:t>Internal Evaluation – Practical Project</a:t>
            </a:r>
          </a:p>
          <a:p>
            <a:pPr marL="0" indent="0">
              <a:buNone/>
            </a:pPr>
            <a:endParaRPr lang="en-US" dirty="0"/>
          </a:p>
          <a:p>
            <a:r>
              <a:rPr lang="en-US" b="1" dirty="0"/>
              <a:t>Submission Date</a:t>
            </a:r>
          </a:p>
          <a:p>
            <a:r>
              <a:rPr lang="en-US" dirty="0" err="1"/>
              <a:t>Falgun</a:t>
            </a:r>
            <a:r>
              <a:rPr lang="en-US" dirty="0"/>
              <a:t> 17, 2082</a:t>
            </a:r>
            <a:br>
              <a:rPr lang="en-US" dirty="0"/>
            </a:br>
            <a:r>
              <a:rPr lang="en-US" dirty="0"/>
              <a:t>(March 6, 2026)</a:t>
            </a:r>
          </a:p>
          <a:p>
            <a:endParaRPr lang="en-US" dirty="0"/>
          </a:p>
          <a:p>
            <a:endParaRPr lang="en-US" dirty="0"/>
          </a:p>
          <a:p>
            <a:endParaRPr lang="en-US" dirty="0"/>
          </a:p>
        </p:txBody>
      </p:sp>
    </p:spTree>
    <p:extLst>
      <p:ext uri="{BB962C8B-B14F-4D97-AF65-F5344CB8AC3E}">
        <p14:creationId xmlns:p14="http://schemas.microsoft.com/office/powerpoint/2010/main" val="707096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0D03C-0961-4D5F-8D6B-043896DB8C6D}"/>
              </a:ext>
            </a:extLst>
          </p:cNvPr>
          <p:cNvSpPr>
            <a:spLocks noGrp="1"/>
          </p:cNvSpPr>
          <p:nvPr>
            <p:ph type="title"/>
          </p:nvPr>
        </p:nvSpPr>
        <p:spPr/>
        <p:txBody>
          <a:bodyPr>
            <a:noAutofit/>
          </a:bodyPr>
          <a:lstStyle/>
          <a:p>
            <a:br>
              <a:rPr lang="en-US" sz="1800" b="1" dirty="0"/>
            </a:br>
            <a:r>
              <a:rPr lang="en-US" sz="1800" b="1" dirty="0"/>
              <a:t>DECLARATION:</a:t>
            </a:r>
            <a:br>
              <a:rPr lang="en-US" sz="1800" b="1" dirty="0"/>
            </a:br>
            <a:r>
              <a:rPr lang="en-US" sz="1800" dirty="0"/>
              <a:t>I hereby declare that this project titled </a:t>
            </a:r>
            <a:r>
              <a:rPr lang="en-US" sz="1800" b="1" dirty="0"/>
              <a:t>“Library Management System”</a:t>
            </a:r>
            <a:r>
              <a:rPr lang="en-US" sz="1800" dirty="0"/>
              <a:t> is my original work submitted for the Practical Internal Evaluation of DBMS. This project has not been submitted to any other institution for academic credit.</a:t>
            </a:r>
            <a:br>
              <a:rPr lang="en-US" sz="1800" dirty="0"/>
            </a:br>
            <a:r>
              <a:rPr lang="en-US" sz="1800" dirty="0"/>
              <a:t>Signature: ___________________</a:t>
            </a:r>
            <a:br>
              <a:rPr lang="en-US" sz="1800" dirty="0"/>
            </a:br>
            <a:r>
              <a:rPr lang="en-US" sz="1800" dirty="0"/>
              <a:t>Name: _______________________</a:t>
            </a:r>
            <a:br>
              <a:rPr lang="en-US" sz="1800" dirty="0"/>
            </a:br>
            <a:r>
              <a:rPr lang="en-US" sz="1800" dirty="0"/>
              <a:t>Date: ________________________</a:t>
            </a:r>
            <a:br>
              <a:rPr lang="en-US" sz="1800" dirty="0"/>
            </a:br>
            <a:endParaRPr lang="en-US" sz="1800" dirty="0"/>
          </a:p>
        </p:txBody>
      </p:sp>
      <p:sp>
        <p:nvSpPr>
          <p:cNvPr id="3" name="Content Placeholder 2">
            <a:extLst>
              <a:ext uri="{FF2B5EF4-FFF2-40B4-BE49-F238E27FC236}">
                <a16:creationId xmlns:a16="http://schemas.microsoft.com/office/drawing/2014/main" id="{8B0634BF-F0BD-40F0-9C70-0F896BF681DF}"/>
              </a:ext>
            </a:extLst>
          </p:cNvPr>
          <p:cNvSpPr>
            <a:spLocks noGrp="1"/>
          </p:cNvSpPr>
          <p:nvPr>
            <p:ph idx="1"/>
          </p:nvPr>
        </p:nvSpPr>
        <p:spPr>
          <a:xfrm>
            <a:off x="838200" y="2384611"/>
            <a:ext cx="10515600" cy="3792351"/>
          </a:xfrm>
        </p:spPr>
        <p:txBody>
          <a:bodyPr>
            <a:normAutofit fontScale="77500" lnSpcReduction="20000"/>
          </a:bodyPr>
          <a:lstStyle/>
          <a:p>
            <a:r>
              <a:rPr lang="en-US" b="1" dirty="0"/>
              <a:t>1. INTRODUCTION</a:t>
            </a:r>
          </a:p>
          <a:p>
            <a:r>
              <a:rPr lang="en-US" sz="2000" dirty="0"/>
              <a:t>The Library Management System is a database application designed to manage the operations of a library efficiently. It helps in maintaining records of members, books, authors, issued books, and staff handling the transactions.</a:t>
            </a:r>
          </a:p>
          <a:p>
            <a:r>
              <a:rPr lang="en-US" sz="2000" dirty="0"/>
              <a:t>The system reduces manual work, maintains data accuracy, and ensures proper record management using SQL queries and relational database concepts.</a:t>
            </a:r>
          </a:p>
          <a:p>
            <a:endParaRPr lang="en-US" sz="2000" dirty="0"/>
          </a:p>
          <a:p>
            <a:r>
              <a:rPr lang="en-US" b="1" dirty="0"/>
              <a:t>2. OBJECTIVES</a:t>
            </a:r>
          </a:p>
          <a:p>
            <a:pPr>
              <a:buFont typeface="Arial" panose="020B0604020202020204" pitchFamily="34" charset="0"/>
              <a:buChar char="•"/>
            </a:pPr>
            <a:r>
              <a:rPr lang="en-US" sz="2300" dirty="0"/>
              <a:t>To design a relational database with multiple entities</a:t>
            </a:r>
          </a:p>
          <a:p>
            <a:pPr>
              <a:buFont typeface="Arial" panose="020B0604020202020204" pitchFamily="34" charset="0"/>
              <a:buChar char="•"/>
            </a:pPr>
            <a:r>
              <a:rPr lang="en-US" sz="2300" dirty="0"/>
              <a:t>To establish relationships using primary and foreign keys</a:t>
            </a:r>
          </a:p>
          <a:p>
            <a:pPr>
              <a:buFont typeface="Arial" panose="020B0604020202020204" pitchFamily="34" charset="0"/>
              <a:buChar char="•"/>
            </a:pPr>
            <a:r>
              <a:rPr lang="en-US" sz="2300" dirty="0"/>
              <a:t>To implement SQL queries such as JOIN, GROUP BY, Aggregate functions</a:t>
            </a:r>
          </a:p>
          <a:p>
            <a:pPr>
              <a:buFont typeface="Arial" panose="020B0604020202020204" pitchFamily="34" charset="0"/>
              <a:buChar char="•"/>
            </a:pPr>
            <a:r>
              <a:rPr lang="en-US" sz="2300" dirty="0"/>
              <a:t>To demonstrate subqueries, views, and transactions</a:t>
            </a:r>
          </a:p>
          <a:p>
            <a:pPr>
              <a:buFont typeface="Arial" panose="020B0604020202020204" pitchFamily="34" charset="0"/>
              <a:buChar char="•"/>
            </a:pPr>
            <a:r>
              <a:rPr lang="en-US" sz="2300" dirty="0"/>
              <a:t>To ensure the database executes successfully without errors</a:t>
            </a:r>
          </a:p>
          <a:p>
            <a:endParaRPr lang="en-US" dirty="0"/>
          </a:p>
        </p:txBody>
      </p:sp>
    </p:spTree>
    <p:extLst>
      <p:ext uri="{BB962C8B-B14F-4D97-AF65-F5344CB8AC3E}">
        <p14:creationId xmlns:p14="http://schemas.microsoft.com/office/powerpoint/2010/main" val="659039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C044D-CC20-40DD-B92C-0A609703AE08}"/>
              </a:ext>
            </a:extLst>
          </p:cNvPr>
          <p:cNvSpPr>
            <a:spLocks noGrp="1"/>
          </p:cNvSpPr>
          <p:nvPr>
            <p:ph type="title"/>
          </p:nvPr>
        </p:nvSpPr>
        <p:spPr/>
        <p:txBody>
          <a:bodyPr>
            <a:noAutofit/>
          </a:bodyPr>
          <a:lstStyle/>
          <a:p>
            <a:r>
              <a:rPr lang="en-US" sz="2400" b="1" dirty="0"/>
              <a:t>3. ENTITY LIST (Maximum 5)</a:t>
            </a:r>
            <a:br>
              <a:rPr lang="en-US" sz="2400" b="1" dirty="0"/>
            </a:br>
            <a:r>
              <a:rPr lang="en-US" sz="1800" b="1" dirty="0"/>
              <a:t>Member</a:t>
            </a:r>
            <a:br>
              <a:rPr lang="en-US" sz="1800" b="1" dirty="0"/>
            </a:br>
            <a:r>
              <a:rPr lang="en-US" sz="1800" b="1" dirty="0"/>
              <a:t>Author</a:t>
            </a:r>
            <a:br>
              <a:rPr lang="en-US" sz="1800" b="1" dirty="0"/>
            </a:br>
            <a:r>
              <a:rPr lang="en-US" sz="1800" b="1" dirty="0"/>
              <a:t>Book</a:t>
            </a:r>
            <a:br>
              <a:rPr lang="en-US" sz="1800" b="1" dirty="0"/>
            </a:br>
            <a:r>
              <a:rPr lang="en-US" sz="1800" b="1" dirty="0"/>
              <a:t>Staff</a:t>
            </a:r>
            <a:br>
              <a:rPr lang="en-US" sz="1800" b="1" dirty="0"/>
            </a:br>
            <a:r>
              <a:rPr lang="en-US" sz="1800" b="1" dirty="0"/>
              <a:t>Issue</a:t>
            </a:r>
            <a:br>
              <a:rPr lang="en-US" sz="1800" b="1" dirty="0"/>
            </a:br>
            <a:endParaRPr lang="en-US" sz="1800" b="1" dirty="0"/>
          </a:p>
        </p:txBody>
      </p:sp>
      <p:sp>
        <p:nvSpPr>
          <p:cNvPr id="3" name="Content Placeholder 2">
            <a:extLst>
              <a:ext uri="{FF2B5EF4-FFF2-40B4-BE49-F238E27FC236}">
                <a16:creationId xmlns:a16="http://schemas.microsoft.com/office/drawing/2014/main" id="{11060C02-B89E-48BB-8E0C-EF1805F3C92F}"/>
              </a:ext>
            </a:extLst>
          </p:cNvPr>
          <p:cNvSpPr>
            <a:spLocks noGrp="1"/>
          </p:cNvSpPr>
          <p:nvPr>
            <p:ph idx="1"/>
          </p:nvPr>
        </p:nvSpPr>
        <p:spPr/>
        <p:txBody>
          <a:bodyPr/>
          <a:lstStyle/>
          <a:p>
            <a:r>
              <a:rPr lang="en-US" dirty="0"/>
              <a:t>4. ER DIAGRAM</a:t>
            </a:r>
          </a:p>
          <a:p>
            <a:endParaRPr lang="en-US" dirty="0"/>
          </a:p>
        </p:txBody>
      </p:sp>
      <p:pic>
        <p:nvPicPr>
          <p:cNvPr id="6" name="Picture 5">
            <a:extLst>
              <a:ext uri="{FF2B5EF4-FFF2-40B4-BE49-F238E27FC236}">
                <a16:creationId xmlns:a16="http://schemas.microsoft.com/office/drawing/2014/main" id="{9D73B753-6D26-4BAF-A2C7-E2CDDEA3F3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599" y="2160494"/>
            <a:ext cx="5616774" cy="4545106"/>
          </a:xfrm>
          <a:prstGeom prst="rect">
            <a:avLst/>
          </a:prstGeom>
        </p:spPr>
      </p:pic>
    </p:spTree>
    <p:extLst>
      <p:ext uri="{BB962C8B-B14F-4D97-AF65-F5344CB8AC3E}">
        <p14:creationId xmlns:p14="http://schemas.microsoft.com/office/powerpoint/2010/main" val="1227422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65938-4346-4DE9-93C5-6E9089BEA51A}"/>
              </a:ext>
            </a:extLst>
          </p:cNvPr>
          <p:cNvSpPr>
            <a:spLocks noGrp="1"/>
          </p:cNvSpPr>
          <p:nvPr>
            <p:ph type="title"/>
          </p:nvPr>
        </p:nvSpPr>
        <p:spPr/>
        <p:txBody>
          <a:bodyPr>
            <a:noAutofit/>
          </a:bodyPr>
          <a:lstStyle/>
          <a:p>
            <a:r>
              <a:rPr lang="en-US" sz="3200" b="1" dirty="0"/>
              <a:t>5. DATABASE SCHEMA</a:t>
            </a:r>
            <a:br>
              <a:rPr lang="en-US" sz="3200" b="1" dirty="0"/>
            </a:br>
            <a:endParaRPr lang="en-US" sz="3200" dirty="0"/>
          </a:p>
        </p:txBody>
      </p:sp>
      <p:sp>
        <p:nvSpPr>
          <p:cNvPr id="3" name="Content Placeholder 2">
            <a:extLst>
              <a:ext uri="{FF2B5EF4-FFF2-40B4-BE49-F238E27FC236}">
                <a16:creationId xmlns:a16="http://schemas.microsoft.com/office/drawing/2014/main" id="{0D371380-34EF-4AE2-A773-B96B7A015AAF}"/>
              </a:ext>
            </a:extLst>
          </p:cNvPr>
          <p:cNvSpPr>
            <a:spLocks noGrp="1"/>
          </p:cNvSpPr>
          <p:nvPr>
            <p:ph idx="1"/>
          </p:nvPr>
        </p:nvSpPr>
        <p:spPr>
          <a:xfrm>
            <a:off x="838200" y="1102659"/>
            <a:ext cx="10515600" cy="5074304"/>
          </a:xfrm>
        </p:spPr>
        <p:txBody>
          <a:bodyPr>
            <a:normAutofit fontScale="25000" lnSpcReduction="20000"/>
          </a:bodyPr>
          <a:lstStyle/>
          <a:p>
            <a:r>
              <a:rPr lang="en-US" sz="4800" b="1" dirty="0"/>
              <a:t>MEMBER</a:t>
            </a:r>
          </a:p>
          <a:p>
            <a:pPr>
              <a:buFont typeface="Arial" panose="020B0604020202020204" pitchFamily="34" charset="0"/>
              <a:buChar char="•"/>
            </a:pPr>
            <a:r>
              <a:rPr lang="en-US" sz="4800" dirty="0"/>
              <a:t>Member-id INT PRIMARY KEY</a:t>
            </a:r>
          </a:p>
          <a:p>
            <a:pPr>
              <a:buFont typeface="Arial" panose="020B0604020202020204" pitchFamily="34" charset="0"/>
              <a:buChar char="•"/>
            </a:pPr>
            <a:r>
              <a:rPr lang="en-US" sz="4800" dirty="0"/>
              <a:t>name VARCHAR(50)</a:t>
            </a:r>
          </a:p>
          <a:p>
            <a:pPr>
              <a:buFont typeface="Arial" panose="020B0604020202020204" pitchFamily="34" charset="0"/>
              <a:buChar char="•"/>
            </a:pPr>
            <a:r>
              <a:rPr lang="en-US" sz="4800" dirty="0"/>
              <a:t>phone VARCHAR(15)</a:t>
            </a:r>
          </a:p>
          <a:p>
            <a:pPr>
              <a:buFont typeface="Arial" panose="020B0604020202020204" pitchFamily="34" charset="0"/>
              <a:buChar char="•"/>
            </a:pPr>
            <a:r>
              <a:rPr lang="en-US" sz="4800" dirty="0"/>
              <a:t>email VARCHAR(50)</a:t>
            </a:r>
          </a:p>
          <a:p>
            <a:r>
              <a:rPr lang="en-US" sz="4800" b="1" dirty="0"/>
              <a:t>AUTHOR</a:t>
            </a:r>
          </a:p>
          <a:p>
            <a:pPr>
              <a:buFont typeface="Arial" panose="020B0604020202020204" pitchFamily="34" charset="0"/>
              <a:buChar char="•"/>
            </a:pPr>
            <a:r>
              <a:rPr lang="en-US" sz="4800" dirty="0"/>
              <a:t>Author-id INT PRIMARY KEY</a:t>
            </a:r>
          </a:p>
          <a:p>
            <a:pPr>
              <a:buFont typeface="Arial" panose="020B0604020202020204" pitchFamily="34" charset="0"/>
              <a:buChar char="•"/>
            </a:pPr>
            <a:r>
              <a:rPr lang="en-US" sz="4800" dirty="0"/>
              <a:t>Author-name VARCHAR(50)</a:t>
            </a:r>
          </a:p>
          <a:p>
            <a:r>
              <a:rPr lang="en-US" sz="4800" b="1" dirty="0"/>
              <a:t>BOOK</a:t>
            </a:r>
          </a:p>
          <a:p>
            <a:pPr>
              <a:buFont typeface="Arial" panose="020B0604020202020204" pitchFamily="34" charset="0"/>
              <a:buChar char="•"/>
            </a:pPr>
            <a:r>
              <a:rPr lang="en-US" sz="4800" dirty="0"/>
              <a:t>Book-id INT PRIMARY KEY</a:t>
            </a:r>
          </a:p>
          <a:p>
            <a:pPr>
              <a:buFont typeface="Arial" panose="020B0604020202020204" pitchFamily="34" charset="0"/>
              <a:buChar char="•"/>
            </a:pPr>
            <a:r>
              <a:rPr lang="en-US" sz="4800" dirty="0"/>
              <a:t>title VARCHAR(100)</a:t>
            </a:r>
          </a:p>
          <a:p>
            <a:pPr>
              <a:buFont typeface="Arial" panose="020B0604020202020204" pitchFamily="34" charset="0"/>
              <a:buChar char="•"/>
            </a:pPr>
            <a:r>
              <a:rPr lang="en-US" sz="4800" dirty="0"/>
              <a:t>Author-id INT (Foreign Key)</a:t>
            </a:r>
          </a:p>
          <a:p>
            <a:pPr>
              <a:buFont typeface="Arial" panose="020B0604020202020204" pitchFamily="34" charset="0"/>
              <a:buChar char="•"/>
            </a:pPr>
            <a:r>
              <a:rPr lang="en-US" sz="4800" dirty="0"/>
              <a:t>price DECIMAL(8,2)</a:t>
            </a:r>
          </a:p>
          <a:p>
            <a:r>
              <a:rPr lang="en-US" sz="4800" b="1" dirty="0"/>
              <a:t>STAFF</a:t>
            </a:r>
          </a:p>
          <a:p>
            <a:pPr>
              <a:buFont typeface="Arial" panose="020B0604020202020204" pitchFamily="34" charset="0"/>
              <a:buChar char="•"/>
            </a:pPr>
            <a:r>
              <a:rPr lang="en-US" sz="4800" dirty="0"/>
              <a:t>Staff-id INT PRIMARY KEY</a:t>
            </a:r>
          </a:p>
          <a:p>
            <a:pPr>
              <a:buFont typeface="Arial" panose="020B0604020202020204" pitchFamily="34" charset="0"/>
              <a:buChar char="•"/>
            </a:pPr>
            <a:r>
              <a:rPr lang="en-US" sz="4800" dirty="0"/>
              <a:t>Staff-name VARCHAR(50)</a:t>
            </a:r>
          </a:p>
          <a:p>
            <a:r>
              <a:rPr lang="en-US" sz="4800" b="1" dirty="0"/>
              <a:t>ISSUE</a:t>
            </a:r>
          </a:p>
          <a:p>
            <a:pPr>
              <a:buFont typeface="Arial" panose="020B0604020202020204" pitchFamily="34" charset="0"/>
              <a:buChar char="•"/>
            </a:pPr>
            <a:r>
              <a:rPr lang="en-US" sz="4800" dirty="0"/>
              <a:t>Issue-id INT PRIMARY KEY</a:t>
            </a:r>
          </a:p>
          <a:p>
            <a:pPr>
              <a:buFont typeface="Arial" panose="020B0604020202020204" pitchFamily="34" charset="0"/>
              <a:buChar char="•"/>
            </a:pPr>
            <a:r>
              <a:rPr lang="en-US" sz="4800" dirty="0"/>
              <a:t>Member-id INT (Foreign Key)</a:t>
            </a:r>
          </a:p>
          <a:p>
            <a:pPr>
              <a:buFont typeface="Arial" panose="020B0604020202020204" pitchFamily="34" charset="0"/>
              <a:buChar char="•"/>
            </a:pPr>
            <a:r>
              <a:rPr lang="en-US" sz="4800" dirty="0"/>
              <a:t>Book-id INT (Foreign Key)</a:t>
            </a:r>
          </a:p>
          <a:p>
            <a:pPr>
              <a:buFont typeface="Arial" panose="020B0604020202020204" pitchFamily="34" charset="0"/>
              <a:buChar char="•"/>
            </a:pPr>
            <a:r>
              <a:rPr lang="en-US" sz="4800" dirty="0"/>
              <a:t>Staff-id INT (Foreign Key)</a:t>
            </a:r>
          </a:p>
          <a:p>
            <a:pPr>
              <a:buFont typeface="Arial" panose="020B0604020202020204" pitchFamily="34" charset="0"/>
              <a:buChar char="•"/>
            </a:pPr>
            <a:r>
              <a:rPr lang="en-US" sz="4800" dirty="0"/>
              <a:t>Issue-date DATE</a:t>
            </a:r>
          </a:p>
          <a:p>
            <a:pPr>
              <a:buFont typeface="Arial" panose="020B0604020202020204" pitchFamily="34" charset="0"/>
              <a:buChar char="•"/>
            </a:pPr>
            <a:r>
              <a:rPr lang="en-US" sz="4800" dirty="0"/>
              <a:t>Return-date DATE</a:t>
            </a:r>
          </a:p>
          <a:p>
            <a:endParaRPr lang="en-US" dirty="0"/>
          </a:p>
        </p:txBody>
      </p:sp>
    </p:spTree>
    <p:extLst>
      <p:ext uri="{BB962C8B-B14F-4D97-AF65-F5344CB8AC3E}">
        <p14:creationId xmlns:p14="http://schemas.microsoft.com/office/powerpoint/2010/main" val="2872739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A5E2A-1E30-4570-AEA8-A5C87A05573B}"/>
              </a:ext>
            </a:extLst>
          </p:cNvPr>
          <p:cNvSpPr>
            <a:spLocks noGrp="1"/>
          </p:cNvSpPr>
          <p:nvPr>
            <p:ph type="title"/>
          </p:nvPr>
        </p:nvSpPr>
        <p:spPr/>
        <p:txBody>
          <a:bodyPr/>
          <a:lstStyle/>
          <a:p>
            <a:r>
              <a:rPr lang="en-US" dirty="0"/>
              <a:t>6. SQL IMPLEMENTATION</a:t>
            </a:r>
          </a:p>
        </p:txBody>
      </p:sp>
      <p:sp>
        <p:nvSpPr>
          <p:cNvPr id="3" name="Content Placeholder 2">
            <a:extLst>
              <a:ext uri="{FF2B5EF4-FFF2-40B4-BE49-F238E27FC236}">
                <a16:creationId xmlns:a16="http://schemas.microsoft.com/office/drawing/2014/main" id="{98864BB5-B0C4-45A2-ABEF-0E78AA4BEA36}"/>
              </a:ext>
            </a:extLst>
          </p:cNvPr>
          <p:cNvSpPr>
            <a:spLocks noGrp="1"/>
          </p:cNvSpPr>
          <p:nvPr>
            <p:ph idx="1"/>
          </p:nvPr>
        </p:nvSpPr>
        <p:spPr>
          <a:xfrm>
            <a:off x="838200" y="1825624"/>
            <a:ext cx="10515600" cy="5032375"/>
          </a:xfrm>
        </p:spPr>
        <p:txBody>
          <a:bodyPr>
            <a:noAutofit/>
          </a:bodyPr>
          <a:lstStyle/>
          <a:p>
            <a:r>
              <a:rPr lang="en-US" sz="1200" dirty="0"/>
              <a:t>CREATE TABLE QUERIES:</a:t>
            </a:r>
          </a:p>
          <a:p>
            <a:r>
              <a:rPr lang="en-US" sz="1200" dirty="0"/>
              <a:t>CREATE TABLE Member (</a:t>
            </a:r>
          </a:p>
          <a:p>
            <a:r>
              <a:rPr lang="en-US" sz="1200" dirty="0"/>
              <a:t>    member-id INT PRIMARY KEY,</a:t>
            </a:r>
          </a:p>
          <a:p>
            <a:r>
              <a:rPr lang="en-US" sz="1200" dirty="0"/>
              <a:t>    name VARCHAR(50),</a:t>
            </a:r>
          </a:p>
          <a:p>
            <a:r>
              <a:rPr lang="en-US" sz="1200" dirty="0"/>
              <a:t>    phone VARCHAR(15),</a:t>
            </a:r>
          </a:p>
          <a:p>
            <a:r>
              <a:rPr lang="en-US" sz="1200" dirty="0"/>
              <a:t>    email VARCHAR(50)</a:t>
            </a:r>
          </a:p>
          <a:p>
            <a:r>
              <a:rPr lang="en-US" sz="1200" dirty="0"/>
              <a:t>);</a:t>
            </a:r>
          </a:p>
          <a:p>
            <a:endParaRPr lang="en-US" sz="1200" dirty="0"/>
          </a:p>
          <a:p>
            <a:r>
              <a:rPr lang="en-US" sz="1200" dirty="0"/>
              <a:t>CREATE TABLE Author (</a:t>
            </a:r>
          </a:p>
          <a:p>
            <a:r>
              <a:rPr lang="en-US" sz="1200" dirty="0"/>
              <a:t>    author-id INT PRIMARY KEY,</a:t>
            </a:r>
          </a:p>
          <a:p>
            <a:r>
              <a:rPr lang="en-US" sz="1200" dirty="0"/>
              <a:t>    author-name VARCHAR(50)</a:t>
            </a:r>
          </a:p>
          <a:p>
            <a:r>
              <a:rPr lang="en-US" sz="1200" dirty="0"/>
              <a:t>);</a:t>
            </a:r>
          </a:p>
          <a:p>
            <a:endParaRPr lang="en-US" sz="1200" dirty="0"/>
          </a:p>
          <a:p>
            <a:r>
              <a:rPr lang="en-US" sz="1200" dirty="0"/>
              <a:t>CREATE TABLE Book (</a:t>
            </a:r>
          </a:p>
          <a:p>
            <a:r>
              <a:rPr lang="en-US" sz="1200" dirty="0"/>
              <a:t>    book-id INT PRIMARY KEY,</a:t>
            </a:r>
          </a:p>
          <a:p>
            <a:r>
              <a:rPr lang="en-US" sz="1200" dirty="0"/>
              <a:t>    title VARCHAR(100),</a:t>
            </a:r>
          </a:p>
          <a:p>
            <a:r>
              <a:rPr lang="en-US" sz="1200" dirty="0"/>
              <a:t>    author-id INT,</a:t>
            </a:r>
          </a:p>
          <a:p>
            <a:endParaRPr lang="en-US" sz="1200" dirty="0"/>
          </a:p>
          <a:p>
            <a:endParaRPr lang="en-US" sz="1200" dirty="0"/>
          </a:p>
        </p:txBody>
      </p:sp>
    </p:spTree>
    <p:extLst>
      <p:ext uri="{BB962C8B-B14F-4D97-AF65-F5344CB8AC3E}">
        <p14:creationId xmlns:p14="http://schemas.microsoft.com/office/powerpoint/2010/main" val="21548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3A4C6-1561-4F8E-8FF8-4FDEF22DFD98}"/>
              </a:ext>
            </a:extLst>
          </p:cNvPr>
          <p:cNvSpPr>
            <a:spLocks noGrp="1"/>
          </p:cNvSpPr>
          <p:nvPr>
            <p:ph type="title"/>
          </p:nvPr>
        </p:nvSpPr>
        <p:spPr>
          <a:xfrm>
            <a:off x="838200" y="-533400"/>
            <a:ext cx="10515600" cy="3672840"/>
          </a:xfrm>
        </p:spPr>
        <p:txBody>
          <a:bodyPr>
            <a:noAutofit/>
          </a:bodyPr>
          <a:lstStyle/>
          <a:p>
            <a:r>
              <a:rPr lang="en-US" sz="1200" dirty="0"/>
              <a:t> price DECIMAL(8,2),</a:t>
            </a:r>
            <a:br>
              <a:rPr lang="en-US" sz="1200" dirty="0"/>
            </a:br>
            <a:r>
              <a:rPr lang="en-US" sz="1200" dirty="0"/>
              <a:t>    FOREIGN KEY (author-id) REFERENCES Author(author-id)</a:t>
            </a:r>
            <a:br>
              <a:rPr lang="en-US" sz="1200" dirty="0"/>
            </a:br>
            <a:r>
              <a:rPr lang="en-US" sz="1200" dirty="0"/>
              <a:t>);</a:t>
            </a:r>
            <a:br>
              <a:rPr lang="en-US" sz="1200" dirty="0"/>
            </a:br>
            <a:br>
              <a:rPr lang="en-US" sz="1400" dirty="0"/>
            </a:br>
            <a:r>
              <a:rPr lang="en-US" sz="800" dirty="0"/>
              <a:t>CREATE TABLE Staff (</a:t>
            </a:r>
            <a:br>
              <a:rPr lang="en-US" sz="800" dirty="0"/>
            </a:br>
            <a:r>
              <a:rPr lang="en-US" sz="800" dirty="0"/>
              <a:t>    staff-id INT PRIMARY KEY,</a:t>
            </a:r>
            <a:br>
              <a:rPr lang="en-US" sz="800" dirty="0"/>
            </a:br>
            <a:r>
              <a:rPr lang="en-US" sz="800" dirty="0"/>
              <a:t>    staff-name VARCHAR(50)</a:t>
            </a:r>
            <a:br>
              <a:rPr lang="en-US" sz="800" dirty="0"/>
            </a:br>
            <a:r>
              <a:rPr lang="en-US" sz="800" dirty="0"/>
              <a:t>);</a:t>
            </a:r>
            <a:br>
              <a:rPr lang="en-US" sz="800" dirty="0"/>
            </a:br>
            <a:br>
              <a:rPr lang="en-US" sz="800" dirty="0"/>
            </a:br>
            <a:r>
              <a:rPr lang="en-US" sz="800" dirty="0"/>
              <a:t>CREATE TABLE Issue (</a:t>
            </a:r>
            <a:br>
              <a:rPr lang="en-US" sz="800" dirty="0"/>
            </a:br>
            <a:r>
              <a:rPr lang="en-US" sz="800" dirty="0"/>
              <a:t>    issue-id INT PRIMARY KEY,</a:t>
            </a:r>
            <a:br>
              <a:rPr lang="en-US" sz="800" dirty="0"/>
            </a:br>
            <a:r>
              <a:rPr lang="en-US" sz="800" dirty="0"/>
              <a:t>    member-id INT,</a:t>
            </a:r>
            <a:br>
              <a:rPr lang="en-US" sz="800" dirty="0"/>
            </a:br>
            <a:r>
              <a:rPr lang="en-US" sz="800" dirty="0"/>
              <a:t>    book-id INT,</a:t>
            </a:r>
            <a:br>
              <a:rPr lang="en-US" sz="800" dirty="0"/>
            </a:br>
            <a:r>
              <a:rPr lang="en-US" sz="800" dirty="0"/>
              <a:t>    staff-id INT,</a:t>
            </a:r>
            <a:br>
              <a:rPr lang="en-US" sz="800" dirty="0"/>
            </a:br>
            <a:r>
              <a:rPr lang="en-US" sz="800" dirty="0"/>
              <a:t>    issue-date DATE,</a:t>
            </a:r>
            <a:br>
              <a:rPr lang="en-US" sz="800" dirty="0"/>
            </a:br>
            <a:r>
              <a:rPr lang="en-US" sz="800" dirty="0"/>
              <a:t>    return-date DATE,</a:t>
            </a:r>
            <a:br>
              <a:rPr lang="en-US" sz="800" dirty="0"/>
            </a:br>
            <a:r>
              <a:rPr lang="en-US" sz="800" dirty="0"/>
              <a:t>    FOREIGN KEY (member-id) REFERENCES Member(member-id),</a:t>
            </a:r>
            <a:br>
              <a:rPr lang="en-US" sz="800" dirty="0"/>
            </a:br>
            <a:r>
              <a:rPr lang="en-US" sz="800" dirty="0"/>
              <a:t>    FOREIGN KEY (book-id) REFERENCES Book(book-id),</a:t>
            </a:r>
            <a:br>
              <a:rPr lang="en-US" sz="800" dirty="0"/>
            </a:br>
            <a:r>
              <a:rPr lang="en-US" sz="800" dirty="0"/>
              <a:t>    FOREIGN KEY (staff-id) REFERENCES Staff(staff-id)</a:t>
            </a:r>
            <a:br>
              <a:rPr lang="en-US" sz="800" dirty="0"/>
            </a:br>
            <a:r>
              <a:rPr lang="en-US" sz="1400" dirty="0"/>
              <a:t>);</a:t>
            </a:r>
          </a:p>
        </p:txBody>
      </p:sp>
      <p:sp>
        <p:nvSpPr>
          <p:cNvPr id="3" name="Content Placeholder 2">
            <a:extLst>
              <a:ext uri="{FF2B5EF4-FFF2-40B4-BE49-F238E27FC236}">
                <a16:creationId xmlns:a16="http://schemas.microsoft.com/office/drawing/2014/main" id="{6E6DDEF3-4206-4FF1-A168-FAE6A25CA3AB}"/>
              </a:ext>
            </a:extLst>
          </p:cNvPr>
          <p:cNvSpPr>
            <a:spLocks noGrp="1"/>
          </p:cNvSpPr>
          <p:nvPr>
            <p:ph idx="1"/>
          </p:nvPr>
        </p:nvSpPr>
        <p:spPr>
          <a:xfrm>
            <a:off x="291353" y="2628900"/>
            <a:ext cx="10515600" cy="4525216"/>
          </a:xfrm>
        </p:spPr>
        <p:txBody>
          <a:bodyPr>
            <a:noAutofit/>
          </a:bodyPr>
          <a:lstStyle/>
          <a:p>
            <a:r>
              <a:rPr lang="en-US" sz="1400" dirty="0">
                <a:latin typeface="Times New Roman" panose="02020603050405020304" pitchFamily="18" charset="0"/>
                <a:cs typeface="Times New Roman" panose="02020603050405020304" pitchFamily="18" charset="0"/>
              </a:rPr>
              <a:t>INSERT SAMPLE DATA:</a:t>
            </a:r>
          </a:p>
          <a:p>
            <a:r>
              <a:rPr lang="en-US" sz="1400" dirty="0">
                <a:latin typeface="Times New Roman" panose="02020603050405020304" pitchFamily="18" charset="0"/>
                <a:cs typeface="Times New Roman" panose="02020603050405020304" pitchFamily="18" charset="0"/>
              </a:rPr>
              <a:t>INSERT INTO Member VALUES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(1,'Ram Sharma','9800000001','ram@gmail.com'),</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(2,'Sita Rai','9800000002','sita@gmail.com'),</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(3,'Hari Thapa','9800000003','hari@gmail.com'),</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(4,'Gita Lama','9800000004','gita@gmail.com'),</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(5,'Nabin Karki','9800000005','nabin@gmail.com');</a:t>
            </a:r>
            <a:br>
              <a:rPr lang="en-US" sz="1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INSERT INTO Author VALUES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(1,'Chetan Bhagat'),</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(2,'Paulo Coelho'),</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(3,'J.K. Rowling'),</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(4,'Dan Brown'),</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(5,'Premchand');</a:t>
            </a:r>
            <a:br>
              <a:rPr lang="en-US" sz="1400" dirty="0">
                <a:latin typeface="Times New Roman" panose="02020603050405020304" pitchFamily="18" charset="0"/>
                <a:cs typeface="Times New Roman" panose="02020603050405020304" pitchFamily="18" charset="0"/>
              </a:rPr>
            </a:b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INSERT INTO Book VALUES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(1,'Half Girlfriend',1,500),</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(2,'Alchemist',2,450),</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(3,'Harry Potter',3,800),</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(4,'Da Vinci Code',4,750),</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(5,'Godan',5,600);</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6748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7AB-7338-4C7A-AAD3-E70DA94C8766}"/>
              </a:ext>
            </a:extLst>
          </p:cNvPr>
          <p:cNvSpPr>
            <a:spLocks noGrp="1"/>
          </p:cNvSpPr>
          <p:nvPr>
            <p:ph type="title"/>
          </p:nvPr>
        </p:nvSpPr>
        <p:spPr>
          <a:xfrm>
            <a:off x="0" y="1360459"/>
            <a:ext cx="10515600" cy="2147888"/>
          </a:xfrm>
        </p:spPr>
        <p:txBody>
          <a:bodyPr>
            <a:noAutofit/>
          </a:bodyPr>
          <a:lstStyle/>
          <a:p>
            <a:r>
              <a:rPr lang="en-US" sz="1200" b="1" dirty="0"/>
              <a:t>INSERT INTO Staff VALUES</a:t>
            </a:r>
            <a:br>
              <a:rPr lang="en-US" sz="1200" b="1" dirty="0"/>
            </a:br>
            <a:r>
              <a:rPr lang="en-US" sz="1200" b="1" dirty="0"/>
              <a:t>(1,'Admin A'),</a:t>
            </a:r>
            <a:br>
              <a:rPr lang="en-US" sz="1200" b="1" dirty="0"/>
            </a:br>
            <a:r>
              <a:rPr lang="en-US" sz="1200" b="1" dirty="0"/>
              <a:t>(2,'Admin B'),</a:t>
            </a:r>
            <a:br>
              <a:rPr lang="en-US" sz="1200" b="1" dirty="0"/>
            </a:br>
            <a:r>
              <a:rPr lang="en-US" sz="1200" b="1" dirty="0"/>
              <a:t>(3,'Admin C'),</a:t>
            </a:r>
            <a:br>
              <a:rPr lang="en-US" sz="1200" b="1" dirty="0"/>
            </a:br>
            <a:r>
              <a:rPr lang="en-US" sz="1200" b="1" dirty="0"/>
              <a:t>(4,'Admin D'),</a:t>
            </a:r>
            <a:br>
              <a:rPr lang="en-US" sz="1200" b="1" dirty="0"/>
            </a:br>
            <a:r>
              <a:rPr lang="en-US" sz="1200" b="1" dirty="0"/>
              <a:t>(5,'Admin E');</a:t>
            </a:r>
            <a:br>
              <a:rPr lang="en-US" sz="1200" b="1" dirty="0"/>
            </a:br>
            <a:br>
              <a:rPr lang="en-US" sz="1200" b="1" dirty="0"/>
            </a:br>
            <a:r>
              <a:rPr lang="en-US" sz="1200" b="1" dirty="0"/>
              <a:t>INSERT INTO Issue VALUES</a:t>
            </a:r>
            <a:br>
              <a:rPr lang="en-US" sz="1200" b="1" dirty="0"/>
            </a:br>
            <a:r>
              <a:rPr lang="en-US" sz="1200" b="1" dirty="0"/>
              <a:t>(1,1,1,1,'2026-01-01','2026-01-10'),</a:t>
            </a:r>
            <a:br>
              <a:rPr lang="en-US" sz="1200" b="1" dirty="0"/>
            </a:br>
            <a:r>
              <a:rPr lang="en-US" sz="1200" b="1" dirty="0"/>
              <a:t>(2,2,2,2,'2026-01-05','2026-01-15'),</a:t>
            </a:r>
            <a:br>
              <a:rPr lang="en-US" sz="1200" b="1" dirty="0"/>
            </a:br>
            <a:r>
              <a:rPr lang="en-US" sz="1200" b="1" dirty="0"/>
              <a:t>(3,3,3,3,'2026-01-07','2026-01-17'),</a:t>
            </a:r>
            <a:br>
              <a:rPr lang="en-US" sz="1200" b="1" dirty="0"/>
            </a:br>
            <a:r>
              <a:rPr lang="en-US" sz="1200" b="1" dirty="0"/>
              <a:t>(4,4,4,4,'2026-01-10','2026-01-20'),</a:t>
            </a:r>
            <a:br>
              <a:rPr lang="en-US" sz="1200" b="1" dirty="0"/>
            </a:br>
            <a:r>
              <a:rPr lang="en-US" sz="1200" b="1" dirty="0"/>
              <a:t>(5,5,5,5,'2026-01-12','2026-01-22');</a:t>
            </a:r>
          </a:p>
        </p:txBody>
      </p:sp>
      <p:sp>
        <p:nvSpPr>
          <p:cNvPr id="3" name="Content Placeholder 2">
            <a:extLst>
              <a:ext uri="{FF2B5EF4-FFF2-40B4-BE49-F238E27FC236}">
                <a16:creationId xmlns:a16="http://schemas.microsoft.com/office/drawing/2014/main" id="{7A15833C-D1F5-46C4-8F03-D059CEA2C691}"/>
              </a:ext>
            </a:extLst>
          </p:cNvPr>
          <p:cNvSpPr>
            <a:spLocks noGrp="1"/>
          </p:cNvSpPr>
          <p:nvPr>
            <p:ph idx="1"/>
          </p:nvPr>
        </p:nvSpPr>
        <p:spPr>
          <a:xfrm>
            <a:off x="98611" y="3998340"/>
            <a:ext cx="10515600" cy="4351338"/>
          </a:xfrm>
        </p:spPr>
        <p:txBody>
          <a:bodyPr/>
          <a:lstStyle/>
          <a:p>
            <a:r>
              <a:rPr lang="en-US" dirty="0"/>
              <a:t>7. REQUIRED QUERIES:</a:t>
            </a:r>
          </a:p>
          <a:p>
            <a:pPr marL="0" indent="0">
              <a:buNone/>
            </a:pPr>
            <a:r>
              <a:rPr lang="en-US" dirty="0"/>
              <a:t>INNER JOIN</a:t>
            </a:r>
          </a:p>
          <a:p>
            <a:pPr marL="0" indent="0">
              <a:buNone/>
            </a:pPr>
            <a:r>
              <a:rPr lang="en-US" sz="1600" dirty="0"/>
              <a:t>SELECT Member.name, </a:t>
            </a:r>
            <a:r>
              <a:rPr lang="en-US" sz="1600" dirty="0" err="1"/>
              <a:t>Book.title</a:t>
            </a:r>
            <a:endParaRPr lang="en-US" sz="1600" dirty="0"/>
          </a:p>
          <a:p>
            <a:pPr marL="0" indent="0">
              <a:buNone/>
            </a:pPr>
            <a:r>
              <a:rPr lang="en-US" sz="1600" dirty="0"/>
              <a:t>FROM Issue</a:t>
            </a:r>
          </a:p>
          <a:p>
            <a:pPr marL="0" indent="0">
              <a:buNone/>
            </a:pPr>
            <a:r>
              <a:rPr lang="en-US" sz="1600" dirty="0"/>
              <a:t>INNER JOIN Member ON </a:t>
            </a:r>
            <a:r>
              <a:rPr lang="en-US" sz="1600" dirty="0" err="1"/>
              <a:t>Issue.member</a:t>
            </a:r>
            <a:r>
              <a:rPr lang="en-US" sz="1600" dirty="0"/>
              <a:t>-id = </a:t>
            </a:r>
            <a:r>
              <a:rPr lang="en-US" sz="1600" dirty="0" err="1"/>
              <a:t>Member.member</a:t>
            </a:r>
            <a:r>
              <a:rPr lang="en-US" sz="1600" dirty="0"/>
              <a:t>-id</a:t>
            </a:r>
          </a:p>
          <a:p>
            <a:pPr marL="0" indent="0">
              <a:buNone/>
            </a:pPr>
            <a:r>
              <a:rPr lang="en-US" sz="1600" dirty="0"/>
              <a:t>INNER JOIN Book ON </a:t>
            </a:r>
            <a:r>
              <a:rPr lang="en-US" sz="1600" dirty="0" err="1"/>
              <a:t>Issue.book</a:t>
            </a:r>
            <a:r>
              <a:rPr lang="en-US" sz="1600" dirty="0"/>
              <a:t>-id = </a:t>
            </a:r>
            <a:r>
              <a:rPr lang="en-US" sz="1600" dirty="0" err="1"/>
              <a:t>Book.book</a:t>
            </a:r>
            <a:r>
              <a:rPr lang="en-US" sz="1600" dirty="0"/>
              <a:t>-id;</a:t>
            </a:r>
          </a:p>
          <a:p>
            <a:endParaRPr lang="en-US" dirty="0"/>
          </a:p>
          <a:p>
            <a:endParaRPr lang="en-US" dirty="0"/>
          </a:p>
          <a:p>
            <a:endParaRPr lang="en-US" dirty="0"/>
          </a:p>
        </p:txBody>
      </p:sp>
      <p:sp>
        <p:nvSpPr>
          <p:cNvPr id="5" name="Rectangle 2">
            <a:extLst>
              <a:ext uri="{FF2B5EF4-FFF2-40B4-BE49-F238E27FC236}">
                <a16:creationId xmlns:a16="http://schemas.microsoft.com/office/drawing/2014/main" id="{F06F114B-B1F8-4960-BF4A-F761779A4EAA}"/>
              </a:ext>
            </a:extLst>
          </p:cNvPr>
          <p:cNvSpPr>
            <a:spLocks noChangeArrowheads="1"/>
          </p:cNvSpPr>
          <p:nvPr/>
        </p:nvSpPr>
        <p:spPr bwMode="auto">
          <a:xfrm>
            <a:off x="0" y="134035"/>
            <a:ext cx="469667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INNER JOIN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Unicode MS"/>
              </a:rPr>
              <a:t>SELECT Member.name, </a:t>
            </a:r>
            <a:r>
              <a:rPr kumimoji="0" lang="en-US" altLang="en-US" sz="1200" b="0" i="0" u="none" strike="noStrike" cap="none" normalizeH="0" baseline="0" dirty="0" err="1">
                <a:ln>
                  <a:noFill/>
                </a:ln>
                <a:solidFill>
                  <a:schemeClr val="tx1"/>
                </a:solidFill>
                <a:effectLst/>
                <a:latin typeface="Arial Unicode MS"/>
              </a:rPr>
              <a:t>Book.title</a:t>
            </a:r>
            <a:br>
              <a:rPr kumimoji="0" lang="en-US" altLang="en-US" sz="1200" b="0" i="0" u="none" strike="noStrike" cap="none" normalizeH="0" baseline="0" dirty="0">
                <a:ln>
                  <a:noFill/>
                </a:ln>
                <a:solidFill>
                  <a:schemeClr val="tx1"/>
                </a:solidFill>
                <a:effectLst/>
                <a:latin typeface="Arial Unicode MS"/>
              </a:rPr>
            </a:br>
            <a:r>
              <a:rPr kumimoji="0" lang="en-US" altLang="en-US" sz="1200" b="0" i="0" u="none" strike="noStrike" cap="none" normalizeH="0" baseline="0" dirty="0">
                <a:ln>
                  <a:noFill/>
                </a:ln>
                <a:solidFill>
                  <a:schemeClr val="tx1"/>
                </a:solidFill>
                <a:effectLst/>
                <a:latin typeface="Arial Unicode MS"/>
              </a:rPr>
              <a:t>FROM Issue</a:t>
            </a:r>
            <a:br>
              <a:rPr kumimoji="0" lang="en-US" altLang="en-US" sz="1200" b="0" i="0" u="none" strike="noStrike" cap="none" normalizeH="0" baseline="0" dirty="0">
                <a:ln>
                  <a:noFill/>
                </a:ln>
                <a:solidFill>
                  <a:schemeClr val="tx1"/>
                </a:solidFill>
                <a:effectLst/>
                <a:latin typeface="Arial Unicode MS"/>
              </a:rPr>
            </a:br>
            <a:r>
              <a:rPr kumimoji="0" lang="en-US" altLang="en-US" sz="1200" b="0" i="0" u="none" strike="noStrike" cap="none" normalizeH="0" baseline="0" dirty="0">
                <a:ln>
                  <a:noFill/>
                </a:ln>
                <a:solidFill>
                  <a:schemeClr val="tx1"/>
                </a:solidFill>
                <a:effectLst/>
                <a:latin typeface="Arial Unicode MS"/>
              </a:rPr>
              <a:t>INNER JOIN Member ON </a:t>
            </a:r>
            <a:r>
              <a:rPr kumimoji="0" lang="en-US" altLang="en-US" sz="1200" b="0" i="0" u="none" strike="noStrike" cap="none" normalizeH="0" baseline="0" dirty="0" err="1">
                <a:ln>
                  <a:noFill/>
                </a:ln>
                <a:solidFill>
                  <a:schemeClr val="tx1"/>
                </a:solidFill>
                <a:effectLst/>
                <a:latin typeface="Arial Unicode MS"/>
              </a:rPr>
              <a:t>Issue.member_id</a:t>
            </a:r>
            <a:r>
              <a:rPr kumimoji="0" lang="en-US" altLang="en-US" sz="1200" b="0" i="0" u="none" strike="noStrike" cap="none" normalizeH="0" baseline="0" dirty="0">
                <a:ln>
                  <a:noFill/>
                </a:ln>
                <a:solidFill>
                  <a:schemeClr val="tx1"/>
                </a:solidFill>
                <a:effectLst/>
                <a:latin typeface="Arial Unicode MS"/>
              </a:rPr>
              <a:t> = </a:t>
            </a:r>
            <a:r>
              <a:rPr kumimoji="0" lang="en-US" altLang="en-US" sz="1200" b="0" i="0" u="none" strike="noStrike" cap="none" normalizeH="0" baseline="0" dirty="0" err="1">
                <a:ln>
                  <a:noFill/>
                </a:ln>
                <a:solidFill>
                  <a:schemeClr val="tx1"/>
                </a:solidFill>
                <a:effectLst/>
                <a:latin typeface="Arial Unicode MS"/>
              </a:rPr>
              <a:t>Member.member_id</a:t>
            </a:r>
            <a:br>
              <a:rPr kumimoji="0" lang="en-US" altLang="en-US" sz="1200" b="0" i="0" u="none" strike="noStrike" cap="none" normalizeH="0" baseline="0" dirty="0">
                <a:ln>
                  <a:noFill/>
                </a:ln>
                <a:solidFill>
                  <a:schemeClr val="tx1"/>
                </a:solidFill>
                <a:effectLst/>
                <a:latin typeface="Arial Unicode MS"/>
              </a:rPr>
            </a:br>
            <a:r>
              <a:rPr kumimoji="0" lang="en-US" altLang="en-US" sz="1200" b="0" i="0" u="none" strike="noStrike" cap="none" normalizeH="0" baseline="0" dirty="0">
                <a:ln>
                  <a:noFill/>
                </a:ln>
                <a:solidFill>
                  <a:schemeClr val="tx1"/>
                </a:solidFill>
                <a:effectLst/>
                <a:latin typeface="Arial Unicode MS"/>
              </a:rPr>
              <a:t>INNER JOIN Book ON </a:t>
            </a:r>
            <a:r>
              <a:rPr kumimoji="0" lang="en-US" altLang="en-US" sz="1200" b="0" i="0" u="none" strike="noStrike" cap="none" normalizeH="0" baseline="0" dirty="0" err="1">
                <a:ln>
                  <a:noFill/>
                </a:ln>
                <a:solidFill>
                  <a:schemeClr val="tx1"/>
                </a:solidFill>
                <a:effectLst/>
                <a:latin typeface="Arial Unicode MS"/>
              </a:rPr>
              <a:t>Issue.book_id</a:t>
            </a:r>
            <a:r>
              <a:rPr kumimoji="0" lang="en-US" altLang="en-US" sz="1200" b="0" i="0" u="none" strike="noStrike" cap="none" normalizeH="0" baseline="0" dirty="0">
                <a:ln>
                  <a:noFill/>
                </a:ln>
                <a:solidFill>
                  <a:schemeClr val="tx1"/>
                </a:solidFill>
                <a:effectLst/>
                <a:latin typeface="Arial Unicode MS"/>
              </a:rPr>
              <a:t> = </a:t>
            </a:r>
            <a:r>
              <a:rPr kumimoji="0" lang="en-US" altLang="en-US" sz="1200" b="0" i="0" u="none" strike="noStrike" cap="none" normalizeH="0" baseline="0" dirty="0" err="1">
                <a:ln>
                  <a:noFill/>
                </a:ln>
                <a:solidFill>
                  <a:schemeClr val="tx1"/>
                </a:solidFill>
                <a:effectLst/>
                <a:latin typeface="Arial Unicode MS"/>
              </a:rPr>
              <a:t>Book.book_id</a:t>
            </a:r>
            <a:r>
              <a:rPr kumimoji="0" lang="en-US" altLang="en-US" sz="1200" b="0" i="0" u="none" strike="noStrike" cap="none" normalizeH="0" baseline="0" dirty="0">
                <a:ln>
                  <a:noFill/>
                </a:ln>
                <a:solidFill>
                  <a:schemeClr val="tx1"/>
                </a:solidFill>
                <a:effectLst/>
                <a:latin typeface="Arial Unicode MS"/>
              </a:rPr>
              <a:t>;</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58557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D7F3-6615-47E3-AB21-B5FAE41C21DE}"/>
              </a:ext>
            </a:extLst>
          </p:cNvPr>
          <p:cNvSpPr>
            <a:spLocks noGrp="1"/>
          </p:cNvSpPr>
          <p:nvPr>
            <p:ph type="title"/>
          </p:nvPr>
        </p:nvSpPr>
        <p:spPr/>
        <p:txBody>
          <a:bodyPr>
            <a:normAutofit/>
          </a:bodyPr>
          <a:lstStyle/>
          <a:p>
            <a:r>
              <a:rPr lang="en-US" sz="3600" b="1" dirty="0"/>
              <a:t>LEFT JOIN:</a:t>
            </a:r>
          </a:p>
        </p:txBody>
      </p:sp>
      <p:sp>
        <p:nvSpPr>
          <p:cNvPr id="3" name="Content Placeholder 2">
            <a:extLst>
              <a:ext uri="{FF2B5EF4-FFF2-40B4-BE49-F238E27FC236}">
                <a16:creationId xmlns:a16="http://schemas.microsoft.com/office/drawing/2014/main" id="{F3E593C0-915F-4733-B064-C75882BD0B60}"/>
              </a:ext>
            </a:extLst>
          </p:cNvPr>
          <p:cNvSpPr>
            <a:spLocks noGrp="1"/>
          </p:cNvSpPr>
          <p:nvPr>
            <p:ph idx="1"/>
          </p:nvPr>
        </p:nvSpPr>
        <p:spPr>
          <a:xfrm>
            <a:off x="838200" y="1246094"/>
            <a:ext cx="10515600" cy="4930869"/>
          </a:xfrm>
        </p:spPr>
        <p:txBody>
          <a:bodyPr>
            <a:normAutofit/>
          </a:bodyPr>
          <a:lstStyle/>
          <a:p>
            <a:pPr marL="0" indent="0">
              <a:buNone/>
            </a:pPr>
            <a:r>
              <a:rPr lang="en-US" sz="1800" dirty="0"/>
              <a:t>SELECT Member.name, </a:t>
            </a:r>
            <a:r>
              <a:rPr lang="en-US" sz="1800" dirty="0" err="1"/>
              <a:t>Issue.issue</a:t>
            </a:r>
            <a:r>
              <a:rPr lang="en-US" sz="1800" dirty="0"/>
              <a:t>-date</a:t>
            </a:r>
          </a:p>
          <a:p>
            <a:pPr marL="0" indent="0">
              <a:buNone/>
            </a:pPr>
            <a:r>
              <a:rPr lang="en-US" sz="1800" dirty="0"/>
              <a:t>FROM Member</a:t>
            </a:r>
          </a:p>
          <a:p>
            <a:pPr marL="0" indent="0">
              <a:buNone/>
            </a:pPr>
            <a:r>
              <a:rPr lang="en-US" sz="1800" dirty="0"/>
              <a:t>LEFT JOIN Issue ON </a:t>
            </a:r>
            <a:r>
              <a:rPr lang="en-US" sz="1800" dirty="0" err="1"/>
              <a:t>Member.member</a:t>
            </a:r>
            <a:r>
              <a:rPr lang="en-US" sz="1800" dirty="0"/>
              <a:t>-id = </a:t>
            </a:r>
            <a:r>
              <a:rPr lang="en-US" sz="1800" dirty="0" err="1"/>
              <a:t>Issue.member</a:t>
            </a:r>
            <a:r>
              <a:rPr lang="en-US" sz="1800" dirty="0"/>
              <a:t>-id;</a:t>
            </a:r>
          </a:p>
          <a:p>
            <a:pPr marL="0" indent="0">
              <a:buNone/>
            </a:pPr>
            <a:endParaRPr lang="en-US" sz="1800" dirty="0"/>
          </a:p>
          <a:p>
            <a:pPr marL="0" indent="0">
              <a:buNone/>
            </a:pPr>
            <a:r>
              <a:rPr lang="en-US" sz="3200" dirty="0"/>
              <a:t>AGGREGATE (COUNT + GROUP BY):</a:t>
            </a:r>
          </a:p>
          <a:p>
            <a:pPr marL="0" indent="0">
              <a:buNone/>
            </a:pPr>
            <a:r>
              <a:rPr kumimoji="0" lang="en-US" altLang="en-US" sz="1800" b="0" i="0" u="none" strike="noStrike" cap="none" normalizeH="0" baseline="0" dirty="0">
                <a:ln>
                  <a:noFill/>
                </a:ln>
                <a:solidFill>
                  <a:schemeClr val="tx1"/>
                </a:solidFill>
                <a:effectLst/>
                <a:latin typeface="Arial Unicode MS"/>
              </a:rPr>
              <a:t>SELECT member-id, COUNT(book-id) AS total-books</a:t>
            </a:r>
            <a:br>
              <a:rPr kumimoji="0" lang="en-US" altLang="en-US" sz="1800" b="0" i="0" u="none" strike="noStrike" cap="none" normalizeH="0" baseline="0" dirty="0">
                <a:ln>
                  <a:noFill/>
                </a:ln>
                <a:solidFill>
                  <a:schemeClr val="tx1"/>
                </a:solidFill>
                <a:effectLst/>
                <a:latin typeface="Arial Unicode MS"/>
              </a:rPr>
            </a:br>
            <a:r>
              <a:rPr kumimoji="0" lang="en-US" altLang="en-US" sz="1800" b="0" i="0" u="none" strike="noStrike" cap="none" normalizeH="0" baseline="0" dirty="0">
                <a:ln>
                  <a:noFill/>
                </a:ln>
                <a:solidFill>
                  <a:schemeClr val="tx1"/>
                </a:solidFill>
                <a:effectLst/>
                <a:latin typeface="Arial Unicode MS"/>
              </a:rPr>
              <a:t>FROM Issue</a:t>
            </a:r>
            <a:br>
              <a:rPr kumimoji="0" lang="en-US" altLang="en-US" sz="1800" b="0" i="0" u="none" strike="noStrike" cap="none" normalizeH="0" baseline="0" dirty="0">
                <a:ln>
                  <a:noFill/>
                </a:ln>
                <a:solidFill>
                  <a:schemeClr val="tx1"/>
                </a:solidFill>
                <a:effectLst/>
                <a:latin typeface="Arial Unicode MS"/>
              </a:rPr>
            </a:br>
            <a:r>
              <a:rPr kumimoji="0" lang="en-US" altLang="en-US" sz="1800" b="0" i="0" u="none" strike="noStrike" cap="none" normalizeH="0" baseline="0" dirty="0">
                <a:ln>
                  <a:noFill/>
                </a:ln>
                <a:solidFill>
                  <a:schemeClr val="tx1"/>
                </a:solidFill>
                <a:effectLst/>
                <a:latin typeface="Arial Unicode MS"/>
              </a:rPr>
              <a:t>GROUP BY member-id;</a:t>
            </a:r>
          </a:p>
          <a:p>
            <a:pPr marL="0" indent="0">
              <a:buNone/>
            </a:pPr>
            <a:endParaRPr kumimoji="0" lang="en-US" altLang="en-US" sz="1800" b="0" i="0" u="none" strike="noStrike" cap="none" normalizeH="0" baseline="0" dirty="0">
              <a:ln>
                <a:noFill/>
              </a:ln>
              <a:solidFill>
                <a:schemeClr val="tx1"/>
              </a:solidFill>
              <a:effectLst/>
              <a:latin typeface="Arial Unicode MS"/>
            </a:endParaRPr>
          </a:p>
          <a:p>
            <a:pPr marL="0" indent="0">
              <a:buNone/>
            </a:pPr>
            <a:r>
              <a:rPr kumimoji="0" lang="en-US" altLang="en-US" sz="1800" b="1" i="0" u="none" strike="noStrike" cap="none" normalizeH="0" baseline="0" dirty="0">
                <a:ln>
                  <a:noFill/>
                </a:ln>
                <a:solidFill>
                  <a:schemeClr val="tx1"/>
                </a:solidFill>
                <a:effectLst/>
                <a:latin typeface="Arial" panose="020B0604020202020204" pitchFamily="34" charset="0"/>
              </a:rPr>
              <a:t>AGGREGATE (AVG):</a:t>
            </a:r>
          </a:p>
          <a:p>
            <a:pPr marL="0" indent="0">
              <a:buNone/>
            </a:pPr>
            <a:r>
              <a:rPr kumimoji="0" lang="en-US" altLang="en-US" sz="1800" b="0" i="0" u="none" strike="noStrike" cap="none" normalizeH="0" baseline="0" dirty="0">
                <a:ln>
                  <a:noFill/>
                </a:ln>
                <a:solidFill>
                  <a:schemeClr val="tx1"/>
                </a:solidFill>
                <a:effectLst/>
                <a:latin typeface="Arial Unicode MS"/>
              </a:rPr>
              <a:t>SELECT AVG(price) AS average-price</a:t>
            </a:r>
            <a:br>
              <a:rPr kumimoji="0" lang="en-US" altLang="en-US" sz="1800" b="0" i="0" u="none" strike="noStrike" cap="none" normalizeH="0" baseline="0" dirty="0">
                <a:ln>
                  <a:noFill/>
                </a:ln>
                <a:solidFill>
                  <a:schemeClr val="tx1"/>
                </a:solidFill>
                <a:effectLst/>
                <a:latin typeface="Arial Unicode MS"/>
              </a:rPr>
            </a:br>
            <a:r>
              <a:rPr kumimoji="0" lang="en-US" altLang="en-US" sz="1800" b="0" i="0" u="none" strike="noStrike" cap="none" normalizeH="0" baseline="0" dirty="0">
                <a:ln>
                  <a:noFill/>
                </a:ln>
                <a:solidFill>
                  <a:schemeClr val="tx1"/>
                </a:solidFill>
                <a:effectLst/>
                <a:latin typeface="Arial Unicode MS"/>
              </a:rPr>
              <a:t>FROM Book</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3337529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464D6-3022-4BD5-A108-80817A044716}"/>
              </a:ext>
            </a:extLst>
          </p:cNvPr>
          <p:cNvSpPr>
            <a:spLocks noGrp="1"/>
          </p:cNvSpPr>
          <p:nvPr>
            <p:ph type="title"/>
          </p:nvPr>
        </p:nvSpPr>
        <p:spPr>
          <a:xfrm>
            <a:off x="569259" y="356160"/>
            <a:ext cx="10515600" cy="1325563"/>
          </a:xfrm>
        </p:spPr>
        <p:txBody>
          <a:bodyPr>
            <a:normAutofit/>
          </a:bodyPr>
          <a:lstStyle/>
          <a:p>
            <a:r>
              <a:rPr lang="en-US" sz="3200" b="1" dirty="0"/>
              <a:t>SUBQUERY:</a:t>
            </a:r>
          </a:p>
        </p:txBody>
      </p:sp>
      <p:sp>
        <p:nvSpPr>
          <p:cNvPr id="3" name="Content Placeholder 2">
            <a:extLst>
              <a:ext uri="{FF2B5EF4-FFF2-40B4-BE49-F238E27FC236}">
                <a16:creationId xmlns:a16="http://schemas.microsoft.com/office/drawing/2014/main" id="{98C528E3-93B4-44C8-9A74-E8DC9755931A}"/>
              </a:ext>
            </a:extLst>
          </p:cNvPr>
          <p:cNvSpPr>
            <a:spLocks noGrp="1"/>
          </p:cNvSpPr>
          <p:nvPr>
            <p:ph idx="1"/>
          </p:nvPr>
        </p:nvSpPr>
        <p:spPr>
          <a:xfrm>
            <a:off x="640976" y="1253330"/>
            <a:ext cx="10515600" cy="5353657"/>
          </a:xfrm>
        </p:spPr>
        <p:txBody>
          <a:bodyPr>
            <a:normAutofit/>
          </a:bodyPr>
          <a:lstStyle/>
          <a:p>
            <a:pPr marL="0" indent="0">
              <a:buNone/>
            </a:pPr>
            <a:r>
              <a:rPr lang="en-US" sz="1800" dirty="0"/>
              <a:t>SELECT title</a:t>
            </a:r>
            <a:br>
              <a:rPr lang="en-US" sz="1800" dirty="0"/>
            </a:br>
            <a:r>
              <a:rPr lang="en-US" sz="1800" dirty="0"/>
              <a:t>FROM Book</a:t>
            </a:r>
            <a:br>
              <a:rPr lang="en-US" sz="1800" dirty="0"/>
            </a:br>
            <a:r>
              <a:rPr lang="en-US" sz="1800" dirty="0"/>
              <a:t>WHERE price &gt; (SELECT AVG(price) FROM Book);</a:t>
            </a:r>
          </a:p>
          <a:p>
            <a:pPr marL="0" indent="0">
              <a:buNone/>
            </a:pPr>
            <a:endParaRPr lang="en-US" sz="1800" dirty="0"/>
          </a:p>
          <a:p>
            <a:pPr marL="0" indent="0">
              <a:buNone/>
            </a:pPr>
            <a:r>
              <a:rPr lang="en-US" sz="3200" dirty="0"/>
              <a:t>VIEW:</a:t>
            </a:r>
          </a:p>
          <a:p>
            <a:pPr marL="0" indent="0">
              <a:buNone/>
            </a:pPr>
            <a:r>
              <a:rPr lang="en-US" sz="2000" dirty="0"/>
              <a:t>CREATE VIEW </a:t>
            </a:r>
            <a:r>
              <a:rPr lang="en-US" sz="2000" dirty="0" err="1"/>
              <a:t>IssueDetails</a:t>
            </a:r>
            <a:r>
              <a:rPr lang="en-US" sz="2000" dirty="0"/>
              <a:t> AS</a:t>
            </a:r>
            <a:br>
              <a:rPr lang="en-US" sz="2000" dirty="0"/>
            </a:br>
            <a:r>
              <a:rPr lang="en-US" sz="2000" dirty="0"/>
              <a:t>SELECT Member.name, </a:t>
            </a:r>
            <a:r>
              <a:rPr lang="en-US" sz="2000" dirty="0" err="1"/>
              <a:t>Book.title</a:t>
            </a:r>
            <a:r>
              <a:rPr lang="en-US" sz="2000" dirty="0"/>
              <a:t>, </a:t>
            </a:r>
            <a:r>
              <a:rPr lang="en-US" sz="2000" dirty="0" err="1"/>
              <a:t>Issue.issue</a:t>
            </a:r>
            <a:r>
              <a:rPr lang="en-US" sz="2000" dirty="0"/>
              <a:t>-date</a:t>
            </a:r>
            <a:br>
              <a:rPr lang="en-US" sz="2000" dirty="0"/>
            </a:br>
            <a:r>
              <a:rPr lang="en-US" sz="2000" dirty="0"/>
              <a:t>FROM Issue</a:t>
            </a:r>
            <a:br>
              <a:rPr lang="en-US" sz="2000" dirty="0"/>
            </a:br>
            <a:r>
              <a:rPr lang="en-US" sz="2000" dirty="0"/>
              <a:t>JOIN Member ON </a:t>
            </a:r>
            <a:r>
              <a:rPr lang="en-US" sz="2000" dirty="0" err="1"/>
              <a:t>Issue.member</a:t>
            </a:r>
            <a:r>
              <a:rPr lang="en-US" sz="2000" dirty="0"/>
              <a:t>-id = </a:t>
            </a:r>
            <a:r>
              <a:rPr lang="en-US" sz="2000" dirty="0" err="1"/>
              <a:t>Member.member</a:t>
            </a:r>
            <a:r>
              <a:rPr lang="en-US" sz="2000" dirty="0"/>
              <a:t>-id</a:t>
            </a:r>
            <a:br>
              <a:rPr lang="en-US" sz="2000" dirty="0"/>
            </a:br>
            <a:r>
              <a:rPr lang="en-US" sz="2000" dirty="0"/>
              <a:t>JOIN Book ON </a:t>
            </a:r>
            <a:r>
              <a:rPr lang="en-US" sz="2000" dirty="0" err="1"/>
              <a:t>Issue.book</a:t>
            </a:r>
            <a:r>
              <a:rPr lang="en-US" sz="2000" dirty="0"/>
              <a:t>-id = </a:t>
            </a:r>
            <a:r>
              <a:rPr lang="en-US" sz="2000" dirty="0" err="1"/>
              <a:t>Book.book</a:t>
            </a:r>
            <a:r>
              <a:rPr lang="en-US" sz="2000" dirty="0"/>
              <a:t>-id;</a:t>
            </a:r>
          </a:p>
          <a:p>
            <a:pPr marL="0" indent="0">
              <a:buNone/>
            </a:pPr>
            <a:r>
              <a:rPr kumimoji="0" lang="en-US" altLang="en-US" sz="2400" b="1" i="0" u="none" strike="noStrike" cap="none" normalizeH="0" baseline="0" dirty="0">
                <a:ln>
                  <a:noFill/>
                </a:ln>
                <a:solidFill>
                  <a:schemeClr val="tx1"/>
                </a:solidFill>
                <a:effectLst/>
                <a:latin typeface="Arial" panose="020B0604020202020204" pitchFamily="34" charset="0"/>
              </a:rPr>
              <a:t>TRANSACTION (COMMIT / ROLLBACK)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Unicode MS"/>
              </a:rPr>
              <a:t>START TRANSACTION;</a:t>
            </a:r>
            <a:br>
              <a:rPr kumimoji="0" lang="en-US" altLang="en-US" sz="1800" b="0" i="0" u="none" strike="noStrike" cap="none" normalizeH="0" baseline="0" dirty="0">
                <a:ln>
                  <a:noFill/>
                </a:ln>
                <a:solidFill>
                  <a:schemeClr val="tx1"/>
                </a:solidFill>
                <a:effectLst/>
                <a:latin typeface="Arial Unicode MS"/>
              </a:rPr>
            </a:br>
            <a:r>
              <a:rPr kumimoji="0" lang="en-US" altLang="en-US" sz="1800" b="0" i="0" u="none" strike="noStrike" cap="none" normalizeH="0" baseline="0" dirty="0">
                <a:ln>
                  <a:noFill/>
                </a:ln>
                <a:solidFill>
                  <a:schemeClr val="tx1"/>
                </a:solidFill>
                <a:effectLst/>
                <a:latin typeface="Arial Unicode MS"/>
              </a:rPr>
              <a:t>INSERT INTO Member VALUES (6,'Test User','9800000006','test@gmail.com');</a:t>
            </a:r>
            <a:br>
              <a:rPr kumimoji="0" lang="en-US" altLang="en-US" sz="1800" b="0" i="0" u="none" strike="noStrike" cap="none" normalizeH="0" baseline="0" dirty="0">
                <a:ln>
                  <a:noFill/>
                </a:ln>
                <a:solidFill>
                  <a:schemeClr val="tx1"/>
                </a:solidFill>
                <a:effectLst/>
                <a:latin typeface="Arial Unicode MS"/>
              </a:rPr>
            </a:br>
            <a:r>
              <a:rPr kumimoji="0" lang="en-US" altLang="en-US" sz="1800" b="0" i="0" u="none" strike="noStrike" cap="none" normalizeH="0" baseline="0" dirty="0">
                <a:ln>
                  <a:noFill/>
                </a:ln>
                <a:solidFill>
                  <a:schemeClr val="tx1"/>
                </a:solidFill>
                <a:effectLst/>
                <a:latin typeface="Arial Unicode MS"/>
              </a:rPr>
              <a:t>ROLLBACK;</a:t>
            </a:r>
          </a:p>
          <a:p>
            <a:pPr marL="0" indent="0">
              <a:buNone/>
            </a:pPr>
            <a:endParaRPr lang="en-US" sz="3200" dirty="0"/>
          </a:p>
        </p:txBody>
      </p:sp>
      <p:sp>
        <p:nvSpPr>
          <p:cNvPr id="5" name="Rectangle 2">
            <a:extLst>
              <a:ext uri="{FF2B5EF4-FFF2-40B4-BE49-F238E27FC236}">
                <a16:creationId xmlns:a16="http://schemas.microsoft.com/office/drawing/2014/main" id="{679939F4-A206-4FBD-9D09-996DE686A27B}"/>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27628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F3EDC-4E0F-44F9-B824-37B627D69EE2}"/>
              </a:ext>
            </a:extLst>
          </p:cNvPr>
          <p:cNvSpPr>
            <a:spLocks noGrp="1"/>
          </p:cNvSpPr>
          <p:nvPr>
            <p:ph type="title"/>
          </p:nvPr>
        </p:nvSpPr>
        <p:spPr/>
        <p:txBody>
          <a:bodyPr/>
          <a:lstStyle/>
          <a:p>
            <a:r>
              <a:rPr lang="en-US" dirty="0"/>
              <a:t>8. CONCLUSION</a:t>
            </a:r>
          </a:p>
        </p:txBody>
      </p:sp>
      <p:sp>
        <p:nvSpPr>
          <p:cNvPr id="3" name="Content Placeholder 2">
            <a:extLst>
              <a:ext uri="{FF2B5EF4-FFF2-40B4-BE49-F238E27FC236}">
                <a16:creationId xmlns:a16="http://schemas.microsoft.com/office/drawing/2014/main" id="{2040AD9C-0E11-4F7F-B377-67E42FA3C040}"/>
              </a:ext>
            </a:extLst>
          </p:cNvPr>
          <p:cNvSpPr>
            <a:spLocks noGrp="1"/>
          </p:cNvSpPr>
          <p:nvPr>
            <p:ph idx="1"/>
          </p:nvPr>
        </p:nvSpPr>
        <p:spPr>
          <a:xfrm>
            <a:off x="838200" y="1341530"/>
            <a:ext cx="10515600" cy="4351338"/>
          </a:xfrm>
        </p:spPr>
        <p:txBody>
          <a:bodyPr/>
          <a:lstStyle/>
          <a:p>
            <a:r>
              <a:rPr lang="en-US" dirty="0"/>
              <a:t>The Library Management System successfully demonstrates relational database design and SQL implementation. The project includes table creation, data insertion, joins, aggregate functions, subqueries, views, and transaction control. The database executes without errors and fulfills all project requirements.</a:t>
            </a:r>
          </a:p>
          <a:p>
            <a:endParaRPr lang="en-US" dirty="0"/>
          </a:p>
        </p:txBody>
      </p:sp>
    </p:spTree>
    <p:extLst>
      <p:ext uri="{BB962C8B-B14F-4D97-AF65-F5344CB8AC3E}">
        <p14:creationId xmlns:p14="http://schemas.microsoft.com/office/powerpoint/2010/main" val="16964979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1112</Words>
  <Application>Microsoft Office PowerPoint</Application>
  <PresentationFormat>Widescreen</PresentationFormat>
  <Paragraphs>100</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Arial Unicode MS</vt:lpstr>
      <vt:lpstr>Calibri</vt:lpstr>
      <vt:lpstr>Calibri Light</vt:lpstr>
      <vt:lpstr>Times New Roman</vt:lpstr>
      <vt:lpstr>Office Theme</vt:lpstr>
      <vt:lpstr>📘 DBMS PROJECT REPORT ON </vt:lpstr>
      <vt:lpstr>Submitted To: Department of Electronics and Computer Engineering [Advanced college of Engineering and Management] </vt:lpstr>
      <vt:lpstr> DECLARATION: I hereby declare that this project titled “Library Management System” is my original work submitted for the Practical Internal Evaluation of DBMS. This project has not been submitted to any other institution for academic credit. Signature: ___________________ Name: _______________________ Date: ________________________ </vt:lpstr>
      <vt:lpstr>3. ENTITY LIST (Maximum 5) Member Author Book Staff Issue </vt:lpstr>
      <vt:lpstr>5. DATABASE SCHEMA </vt:lpstr>
      <vt:lpstr>6. SQL IMPLEMENTATION</vt:lpstr>
      <vt:lpstr> price DECIMAL(8,2),     FOREIGN KEY (author-id) REFERENCES Author(author-id) );  CREATE TABLE Staff (     staff-id INT PRIMARY KEY,     staff-name VARCHAR(50) );  CREATE TABLE Issue (     issue-id INT PRIMARY KEY,     member-id INT,     book-id INT,     staff-id INT,     issue-date DATE,     return-date DATE,     FOREIGN KEY (member-id) REFERENCES Member(member-id),     FOREIGN KEY (book-id) REFERENCES Book(book-id),     FOREIGN KEY (staff-id) REFERENCES Staff(staff-id) );</vt:lpstr>
      <vt:lpstr>INSERT INTO Staff VALUES (1,'Admin A'), (2,'Admin B'), (3,'Admin C'), (4,'Admin D'), (5,'Admin E');  INSERT INTO Issue VALUES (1,1,1,1,'2026-01-01','2026-01-10'), (2,2,2,2,'2026-01-05','2026-01-15'), (3,3,3,3,'2026-01-07','2026-01-17'), (4,4,4,4,'2026-01-10','2026-01-20'), (5,5,5,5,'2026-01-12','2026-01-22');</vt:lpstr>
      <vt:lpstr>LEFT JOIN:</vt:lpstr>
      <vt:lpstr>SUBQUERY:</vt:lpstr>
      <vt:lpstr>8.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DBMS PROJECT REPORT ON</dc:title>
  <dc:creator>abhishek</dc:creator>
  <cp:lastModifiedBy>abhishek</cp:lastModifiedBy>
  <cp:revision>11</cp:revision>
  <dcterms:created xsi:type="dcterms:W3CDTF">2026-02-26T16:51:07Z</dcterms:created>
  <dcterms:modified xsi:type="dcterms:W3CDTF">2026-02-28T11:02:07Z</dcterms:modified>
</cp:coreProperties>
</file>